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1"/>
    <p:sldId id="257" r:id="rId22"/>
    <p:sldId id="258" r:id="rId23"/>
    <p:sldId id="259" r:id="rId24"/>
    <p:sldId id="260" r:id="rId25"/>
    <p:sldId id="261" r:id="rId26"/>
    <p:sldId id="262" r:id="rId27"/>
    <p:sldId id="263" r:id="rId28"/>
    <p:sldId id="264" r:id="rId29"/>
    <p:sldId id="265" r:id="rId30"/>
    <p:sldId id="266" r:id="rId31"/>
    <p:sldId id="267" r:id="rId32"/>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Cagliostro" charset="1" panose="02000000000000000000"/>
      <p:regular r:id="rId10"/>
    </p:embeddedFont>
    <p:embeddedFont>
      <p:font typeface="Cinzel Decorative" charset="1" panose="00000500000000000000"/>
      <p:regular r:id="rId11"/>
    </p:embeddedFont>
    <p:embeddedFont>
      <p:font typeface="Cinzel Decorative Bold" charset="1" panose="00000800000000000000"/>
      <p:regular r:id="rId12"/>
    </p:embeddedFont>
    <p:embeddedFont>
      <p:font typeface="Open Sans" charset="1" panose="020B0606030504020204"/>
      <p:regular r:id="rId13"/>
    </p:embeddedFont>
    <p:embeddedFont>
      <p:font typeface="Open Sans Bold" charset="1" panose="020B0806030504020204"/>
      <p:regular r:id="rId14"/>
    </p:embeddedFont>
    <p:embeddedFont>
      <p:font typeface="Open Sans Italics" charset="1" panose="020B0606030504020204"/>
      <p:regular r:id="rId15"/>
    </p:embeddedFont>
    <p:embeddedFont>
      <p:font typeface="Open Sans Bold Italics" charset="1" panose="020B0806030504020204"/>
      <p:regular r:id="rId16"/>
    </p:embeddedFont>
    <p:embeddedFont>
      <p:font typeface="Open Sans Light" charset="1" panose="020B0306030504020204"/>
      <p:regular r:id="rId17"/>
    </p:embeddedFont>
    <p:embeddedFont>
      <p:font typeface="Open Sans Light Italics" charset="1" panose="020B0306030504020204"/>
      <p:regular r:id="rId18"/>
    </p:embeddedFont>
    <p:embeddedFont>
      <p:font typeface="Open Sans Ultra-Bold" charset="1" panose="00000000000000000000"/>
      <p:regular r:id="rId19"/>
    </p:embeddedFont>
    <p:embeddedFont>
      <p:font typeface="Open Sans Ultra-Bold Italic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slides/slide1.xml" Type="http://schemas.openxmlformats.org/officeDocument/2006/relationships/slide"/><Relationship Id="rId22" Target="slides/slide2.xml" Type="http://schemas.openxmlformats.org/officeDocument/2006/relationships/slide"/><Relationship Id="rId23" Target="slides/slide3.xml" Type="http://schemas.openxmlformats.org/officeDocument/2006/relationships/slide"/><Relationship Id="rId24" Target="slides/slide4.xml" Type="http://schemas.openxmlformats.org/officeDocument/2006/relationships/slide"/><Relationship Id="rId25" Target="slides/slide5.xml" Type="http://schemas.openxmlformats.org/officeDocument/2006/relationships/slide"/><Relationship Id="rId26" Target="slides/slide6.xml" Type="http://schemas.openxmlformats.org/officeDocument/2006/relationships/slide"/><Relationship Id="rId27" Target="slides/slide7.xml" Type="http://schemas.openxmlformats.org/officeDocument/2006/relationships/slide"/><Relationship Id="rId28" Target="slides/slide8.xml" Type="http://schemas.openxmlformats.org/officeDocument/2006/relationships/slide"/><Relationship Id="rId29" Target="slides/slide9.xml" Type="http://schemas.openxmlformats.org/officeDocument/2006/relationships/slide"/><Relationship Id="rId3" Target="viewProps.xml" Type="http://schemas.openxmlformats.org/officeDocument/2006/relationships/viewProps"/><Relationship Id="rId30" Target="slides/slide10.xml" Type="http://schemas.openxmlformats.org/officeDocument/2006/relationships/slide"/><Relationship Id="rId31" Target="slides/slide11.xml" Type="http://schemas.openxmlformats.org/officeDocument/2006/relationships/slide"/><Relationship Id="rId32" Target="slides/slide12.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jpeg" Type="http://schemas.openxmlformats.org/officeDocument/2006/relationships/image"/><Relationship Id="rId9" Target="../media/image2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15.png" Type="http://schemas.openxmlformats.org/officeDocument/2006/relationships/image"/><Relationship Id="rId19"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53.pn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 Id="rId9" Target="../media/image5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44689">
            <a:off x="-1942" y="741361"/>
            <a:ext cx="2380000" cy="4936162"/>
          </a:xfrm>
          <a:custGeom>
            <a:avLst/>
            <a:gdLst/>
            <a:ahLst/>
            <a:cxnLst/>
            <a:rect r="r" b="b" t="t" l="l"/>
            <a:pathLst>
              <a:path h="4936162" w="2380000">
                <a:moveTo>
                  <a:pt x="0" y="0"/>
                </a:moveTo>
                <a:lnTo>
                  <a:pt x="2379999" y="0"/>
                </a:lnTo>
                <a:lnTo>
                  <a:pt x="2379999" y="4936162"/>
                </a:lnTo>
                <a:lnTo>
                  <a:pt x="0" y="49361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488530">
            <a:off x="15838881" y="8034157"/>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1135818">
            <a:off x="16477957" y="5068371"/>
            <a:ext cx="2404829" cy="4987659"/>
          </a:xfrm>
          <a:custGeom>
            <a:avLst/>
            <a:gdLst/>
            <a:ahLst/>
            <a:cxnLst/>
            <a:rect r="r" b="b" t="t" l="l"/>
            <a:pathLst>
              <a:path h="4987659" w="2404829">
                <a:moveTo>
                  <a:pt x="2404829" y="0"/>
                </a:moveTo>
                <a:lnTo>
                  <a:pt x="0" y="0"/>
                </a:lnTo>
                <a:lnTo>
                  <a:pt x="0" y="4987659"/>
                </a:lnTo>
                <a:lnTo>
                  <a:pt x="2404829" y="4987659"/>
                </a:lnTo>
                <a:lnTo>
                  <a:pt x="240482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496816" y="1679991"/>
            <a:ext cx="11244887" cy="5499772"/>
          </a:xfrm>
          <a:custGeom>
            <a:avLst/>
            <a:gdLst/>
            <a:ahLst/>
            <a:cxnLst/>
            <a:rect r="r" b="b" t="t" l="l"/>
            <a:pathLst>
              <a:path h="5499772" w="11244887">
                <a:moveTo>
                  <a:pt x="0" y="0"/>
                </a:moveTo>
                <a:lnTo>
                  <a:pt x="11244887" y="0"/>
                </a:lnTo>
                <a:lnTo>
                  <a:pt x="11244887" y="5499772"/>
                </a:lnTo>
                <a:lnTo>
                  <a:pt x="0" y="5499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285550">
            <a:off x="13163977" y="1774619"/>
            <a:ext cx="2207272" cy="2086236"/>
          </a:xfrm>
          <a:custGeom>
            <a:avLst/>
            <a:gdLst/>
            <a:ahLst/>
            <a:cxnLst/>
            <a:rect r="r" b="b" t="t" l="l"/>
            <a:pathLst>
              <a:path h="2086236" w="2207272">
                <a:moveTo>
                  <a:pt x="0" y="0"/>
                </a:moveTo>
                <a:lnTo>
                  <a:pt x="2207272" y="0"/>
                </a:lnTo>
                <a:lnTo>
                  <a:pt x="2207272" y="2086236"/>
                </a:lnTo>
                <a:lnTo>
                  <a:pt x="0" y="2086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4020387" y="2710521"/>
            <a:ext cx="10247227" cy="3473185"/>
          </a:xfrm>
          <a:prstGeom prst="rect">
            <a:avLst/>
          </a:prstGeom>
        </p:spPr>
        <p:txBody>
          <a:bodyPr anchor="t" rtlCol="false" tIns="0" lIns="0" bIns="0" rIns="0">
            <a:spAutoFit/>
          </a:bodyPr>
          <a:lstStyle/>
          <a:p>
            <a:pPr algn="ctr">
              <a:lnSpc>
                <a:spcPts val="13750"/>
              </a:lnSpc>
            </a:pPr>
            <a:r>
              <a:rPr lang="en-US" sz="11000" spc="319">
                <a:solidFill>
                  <a:srgbClr val="797A1D"/>
                </a:solidFill>
                <a:latin typeface="Cinzel Decorative Bold"/>
              </a:rPr>
              <a:t>Thesis Defense</a:t>
            </a:r>
          </a:p>
        </p:txBody>
      </p:sp>
      <p:sp>
        <p:nvSpPr>
          <p:cNvPr name="Freeform 9" id="9"/>
          <p:cNvSpPr/>
          <p:nvPr/>
        </p:nvSpPr>
        <p:spPr>
          <a:xfrm flipH="false" flipV="true" rot="5285550">
            <a:off x="2839980" y="5000604"/>
            <a:ext cx="2360814" cy="2231359"/>
          </a:xfrm>
          <a:custGeom>
            <a:avLst/>
            <a:gdLst/>
            <a:ahLst/>
            <a:cxnLst/>
            <a:rect r="r" b="b" t="t" l="l"/>
            <a:pathLst>
              <a:path h="2231359" w="2360814">
                <a:moveTo>
                  <a:pt x="0" y="2231359"/>
                </a:moveTo>
                <a:lnTo>
                  <a:pt x="2360813" y="2231359"/>
                </a:lnTo>
                <a:lnTo>
                  <a:pt x="2360813" y="0"/>
                </a:lnTo>
                <a:lnTo>
                  <a:pt x="0" y="0"/>
                </a:lnTo>
                <a:lnTo>
                  <a:pt x="0" y="223135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752737" y="7835550"/>
            <a:ext cx="8782526" cy="771525"/>
          </a:xfrm>
          <a:prstGeom prst="rect">
            <a:avLst/>
          </a:prstGeom>
        </p:spPr>
        <p:txBody>
          <a:bodyPr anchor="t" rtlCol="false" tIns="0" lIns="0" bIns="0" rIns="0">
            <a:spAutoFit/>
          </a:bodyPr>
          <a:lstStyle/>
          <a:p>
            <a:pPr algn="ctr">
              <a:lnSpc>
                <a:spcPts val="6299"/>
              </a:lnSpc>
            </a:pPr>
            <a:r>
              <a:rPr lang="en-US" sz="4500">
                <a:solidFill>
                  <a:srgbClr val="C4791C"/>
                </a:solidFill>
                <a:latin typeface="Cagliostro"/>
              </a:rPr>
              <a:t>Presented by Muhammad Patel</a:t>
            </a:r>
          </a:p>
        </p:txBody>
      </p:sp>
      <p:sp>
        <p:nvSpPr>
          <p:cNvPr name="Freeform 11" id="11"/>
          <p:cNvSpPr/>
          <p:nvPr/>
        </p:nvSpPr>
        <p:spPr>
          <a:xfrm flipH="false" flipV="true" rot="0">
            <a:off x="17061389" y="-1259031"/>
            <a:ext cx="5539640" cy="5669356"/>
          </a:xfrm>
          <a:custGeom>
            <a:avLst/>
            <a:gdLst/>
            <a:ahLst/>
            <a:cxnLst/>
            <a:rect r="r" b="b" t="t" l="l"/>
            <a:pathLst>
              <a:path h="5669356" w="5539640">
                <a:moveTo>
                  <a:pt x="0" y="5669356"/>
                </a:moveTo>
                <a:lnTo>
                  <a:pt x="5539640" y="5669356"/>
                </a:lnTo>
                <a:lnTo>
                  <a:pt x="5539640" y="0"/>
                </a:lnTo>
                <a:lnTo>
                  <a:pt x="0" y="0"/>
                </a:lnTo>
                <a:lnTo>
                  <a:pt x="0" y="5669356"/>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4140456" y="5710261"/>
            <a:ext cx="5539640" cy="5669356"/>
          </a:xfrm>
          <a:custGeom>
            <a:avLst/>
            <a:gdLst/>
            <a:ahLst/>
            <a:cxnLst/>
            <a:rect r="r" b="b" t="t" l="l"/>
            <a:pathLst>
              <a:path h="5669356" w="5539640">
                <a:moveTo>
                  <a:pt x="5539641" y="0"/>
                </a:moveTo>
                <a:lnTo>
                  <a:pt x="0" y="0"/>
                </a:lnTo>
                <a:lnTo>
                  <a:pt x="0" y="5669356"/>
                </a:lnTo>
                <a:lnTo>
                  <a:pt x="5539641" y="5669356"/>
                </a:lnTo>
                <a:lnTo>
                  <a:pt x="553964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341457" y="3929171"/>
            <a:ext cx="11605086" cy="4256881"/>
          </a:xfrm>
          <a:prstGeom prst="rect">
            <a:avLst/>
          </a:prstGeom>
        </p:spPr>
        <p:txBody>
          <a:bodyPr anchor="t" rtlCol="false" tIns="0" lIns="0" bIns="0" rIns="0">
            <a:spAutoFit/>
          </a:bodyPr>
          <a:lstStyle/>
          <a:p>
            <a:pPr algn="ctr">
              <a:lnSpc>
                <a:spcPts val="4200"/>
              </a:lnSpc>
            </a:pPr>
            <a:r>
              <a:rPr lang="en-US" sz="3000">
                <a:solidFill>
                  <a:srgbClr val="C4791C"/>
                </a:solidFill>
                <a:latin typeface="Cagliostro"/>
              </a:rPr>
              <a:t>Lorem ipsum dolor sit amet, consectetur adipiscing elit. Praesent rutrum maximus mauris sed sodales. Ut rhoncus lacinia nisi eu tempus. Proin justo eros, mollis laoreet massa non, tincidunt pharetra leo. Cras facilisis leo non nibh congue volutpat.</a:t>
            </a:r>
            <a:r>
              <a:rPr lang="en-US" sz="3000">
                <a:solidFill>
                  <a:srgbClr val="C4791C"/>
                </a:solidFill>
                <a:latin typeface="Cagliostro"/>
              </a:rPr>
              <a:t> </a:t>
            </a:r>
          </a:p>
          <a:p>
            <a:pPr algn="ctr">
              <a:lnSpc>
                <a:spcPts val="4200"/>
              </a:lnSpc>
            </a:pPr>
          </a:p>
          <a:p>
            <a:pPr algn="ctr">
              <a:lnSpc>
                <a:spcPts val="4200"/>
              </a:lnSpc>
            </a:pPr>
            <a:r>
              <a:rPr lang="en-US" sz="3000">
                <a:solidFill>
                  <a:srgbClr val="C4791C"/>
                </a:solidFill>
                <a:latin typeface="Cagliostro"/>
              </a:rPr>
              <a:t>Fusce vitae sagittis dolor. Sed magna dolor, molestie vel libero id, tempus malesuada tortor. Duis ullamcorper lacus sed est ultricies, at imperdiet orci scelerisque. </a:t>
            </a:r>
          </a:p>
        </p:txBody>
      </p:sp>
      <p:sp>
        <p:nvSpPr>
          <p:cNvPr name="Freeform 5" id="5"/>
          <p:cNvSpPr/>
          <p:nvPr/>
        </p:nvSpPr>
        <p:spPr>
          <a:xfrm flipH="false" flipV="false" rot="0">
            <a:off x="159783" y="7446162"/>
            <a:ext cx="2675553" cy="2840838"/>
          </a:xfrm>
          <a:custGeom>
            <a:avLst/>
            <a:gdLst/>
            <a:ahLst/>
            <a:cxnLst/>
            <a:rect r="r" b="b" t="t" l="l"/>
            <a:pathLst>
              <a:path h="2840838" w="2675553">
                <a:moveTo>
                  <a:pt x="0" y="0"/>
                </a:moveTo>
                <a:lnTo>
                  <a:pt x="2675553" y="0"/>
                </a:lnTo>
                <a:lnTo>
                  <a:pt x="2675553" y="2840838"/>
                </a:lnTo>
                <a:lnTo>
                  <a:pt x="0" y="28408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737731" y="342449"/>
            <a:ext cx="2675553" cy="2550160"/>
          </a:xfrm>
          <a:custGeom>
            <a:avLst/>
            <a:gdLst/>
            <a:ahLst/>
            <a:cxnLst/>
            <a:rect r="r" b="b" t="t" l="l"/>
            <a:pathLst>
              <a:path h="2550160" w="2675553">
                <a:moveTo>
                  <a:pt x="2675553" y="0"/>
                </a:moveTo>
                <a:lnTo>
                  <a:pt x="0" y="0"/>
                </a:lnTo>
                <a:lnTo>
                  <a:pt x="0" y="2550159"/>
                </a:lnTo>
                <a:lnTo>
                  <a:pt x="2675553" y="2550159"/>
                </a:lnTo>
                <a:lnTo>
                  <a:pt x="2675553" y="0"/>
                </a:lnTo>
                <a:close/>
              </a:path>
            </a:pathLst>
          </a:custGeom>
          <a:blipFill>
            <a:blip r:embed="rId4">
              <a:extLst>
                <a:ext uri="{96DAC541-7B7A-43D3-8B79-37D633B846F1}">
                  <asvg:svgBlip xmlns:asvg="http://schemas.microsoft.com/office/drawing/2016/SVG/main" r:embed="rId5"/>
                </a:ext>
              </a:extLst>
            </a:blip>
            <a:stretch>
              <a:fillRect l="0" t="0" r="0" b="-11398"/>
            </a:stretch>
          </a:blipFill>
        </p:spPr>
      </p:sp>
      <p:sp>
        <p:nvSpPr>
          <p:cNvPr name="Freeform 7" id="7"/>
          <p:cNvSpPr/>
          <p:nvPr/>
        </p:nvSpPr>
        <p:spPr>
          <a:xfrm flipH="false" flipV="false" rot="403289">
            <a:off x="-651107" y="3478613"/>
            <a:ext cx="1678929" cy="3329775"/>
          </a:xfrm>
          <a:custGeom>
            <a:avLst/>
            <a:gdLst/>
            <a:ahLst/>
            <a:cxnLst/>
            <a:rect r="r" b="b" t="t" l="l"/>
            <a:pathLst>
              <a:path h="3329775" w="1678929">
                <a:moveTo>
                  <a:pt x="0" y="0"/>
                </a:moveTo>
                <a:lnTo>
                  <a:pt x="1678930" y="0"/>
                </a:lnTo>
                <a:lnTo>
                  <a:pt x="1678930" y="3329774"/>
                </a:lnTo>
                <a:lnTo>
                  <a:pt x="0" y="33297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94180">
            <a:off x="17224758" y="3478613"/>
            <a:ext cx="1678929" cy="3329775"/>
          </a:xfrm>
          <a:custGeom>
            <a:avLst/>
            <a:gdLst/>
            <a:ahLst/>
            <a:cxnLst/>
            <a:rect r="r" b="b" t="t" l="l"/>
            <a:pathLst>
              <a:path h="3329775" w="1678929">
                <a:moveTo>
                  <a:pt x="1678929" y="0"/>
                </a:moveTo>
                <a:lnTo>
                  <a:pt x="0" y="0"/>
                </a:lnTo>
                <a:lnTo>
                  <a:pt x="0" y="3329774"/>
                </a:lnTo>
                <a:lnTo>
                  <a:pt x="1678929" y="3329774"/>
                </a:lnTo>
                <a:lnTo>
                  <a:pt x="167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3341457" y="1203406"/>
            <a:ext cx="11605086" cy="1956063"/>
            <a:chOff x="0" y="0"/>
            <a:chExt cx="3056484" cy="515177"/>
          </a:xfrm>
        </p:grpSpPr>
        <p:sp>
          <p:nvSpPr>
            <p:cNvPr name="Freeform 10" id="10"/>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11" id="11"/>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3899202" y="1610041"/>
            <a:ext cx="10489597" cy="1253993"/>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Introduction</a:t>
            </a:r>
          </a:p>
        </p:txBody>
      </p:sp>
      <p:sp>
        <p:nvSpPr>
          <p:cNvPr name="Freeform 14" id="14"/>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341457" y="1203406"/>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2060369" y="1000033"/>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339092" y="28926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2821179" y="5301861"/>
            <a:ext cx="5922878" cy="3956439"/>
            <a:chOff x="0" y="0"/>
            <a:chExt cx="812800" cy="542944"/>
          </a:xfrm>
        </p:grpSpPr>
        <p:sp>
          <p:nvSpPr>
            <p:cNvPr name="Freeform 10" id="10"/>
            <p:cNvSpPr/>
            <p:nvPr/>
          </p:nvSpPr>
          <p:spPr>
            <a:xfrm flipH="false" flipV="false" rot="0">
              <a:off x="0" y="0"/>
              <a:ext cx="812800" cy="542944"/>
            </a:xfrm>
            <a:custGeom>
              <a:avLst/>
              <a:gdLst/>
              <a:ahLst/>
              <a:cxnLst/>
              <a:rect r="r" b="b" t="t" l="l"/>
              <a:pathLst>
                <a:path h="542944" w="812800">
                  <a:moveTo>
                    <a:pt x="60128" y="0"/>
                  </a:moveTo>
                  <a:lnTo>
                    <a:pt x="752672" y="0"/>
                  </a:lnTo>
                  <a:cubicBezTo>
                    <a:pt x="768619" y="0"/>
                    <a:pt x="783913" y="6335"/>
                    <a:pt x="795189" y="17611"/>
                  </a:cubicBezTo>
                  <a:cubicBezTo>
                    <a:pt x="806465" y="28887"/>
                    <a:pt x="812800" y="44181"/>
                    <a:pt x="812800" y="60128"/>
                  </a:cubicBezTo>
                  <a:lnTo>
                    <a:pt x="812800" y="482817"/>
                  </a:lnTo>
                  <a:cubicBezTo>
                    <a:pt x="812800" y="516024"/>
                    <a:pt x="785880" y="542944"/>
                    <a:pt x="752672" y="542944"/>
                  </a:cubicBezTo>
                  <a:lnTo>
                    <a:pt x="60128" y="542944"/>
                  </a:lnTo>
                  <a:cubicBezTo>
                    <a:pt x="44181" y="542944"/>
                    <a:pt x="28887" y="536610"/>
                    <a:pt x="17611" y="525333"/>
                  </a:cubicBezTo>
                  <a:cubicBezTo>
                    <a:pt x="6335" y="514057"/>
                    <a:pt x="0" y="498764"/>
                    <a:pt x="0" y="482817"/>
                  </a:cubicBezTo>
                  <a:lnTo>
                    <a:pt x="0" y="60128"/>
                  </a:lnTo>
                  <a:cubicBezTo>
                    <a:pt x="0" y="44181"/>
                    <a:pt x="6335" y="28887"/>
                    <a:pt x="17611" y="17611"/>
                  </a:cubicBezTo>
                  <a:cubicBezTo>
                    <a:pt x="28887" y="6335"/>
                    <a:pt x="44181" y="0"/>
                    <a:pt x="60128" y="0"/>
                  </a:cubicBezTo>
                  <a:close/>
                </a:path>
              </a:pathLst>
            </a:custGeom>
            <a:solidFill>
              <a:srgbClr val="DEDD91"/>
            </a:solidFill>
            <a:ln cap="rnd">
              <a:noFill/>
              <a:prstDash val="solid"/>
              <a:round/>
            </a:ln>
          </p:spPr>
        </p:sp>
        <p:sp>
          <p:nvSpPr>
            <p:cNvPr name="TextBox 11" id="11"/>
            <p:cNvSpPr txBox="true"/>
            <p:nvPr/>
          </p:nvSpPr>
          <p:spPr>
            <a:xfrm>
              <a:off x="0" y="-38100"/>
              <a:ext cx="812800" cy="58104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543943" y="5301861"/>
            <a:ext cx="5922878" cy="3956439"/>
            <a:chOff x="0" y="0"/>
            <a:chExt cx="812800" cy="542944"/>
          </a:xfrm>
        </p:grpSpPr>
        <p:sp>
          <p:nvSpPr>
            <p:cNvPr name="Freeform 13" id="13"/>
            <p:cNvSpPr/>
            <p:nvPr/>
          </p:nvSpPr>
          <p:spPr>
            <a:xfrm flipH="false" flipV="false" rot="0">
              <a:off x="0" y="0"/>
              <a:ext cx="812800" cy="542944"/>
            </a:xfrm>
            <a:custGeom>
              <a:avLst/>
              <a:gdLst/>
              <a:ahLst/>
              <a:cxnLst/>
              <a:rect r="r" b="b" t="t" l="l"/>
              <a:pathLst>
                <a:path h="542944" w="812800">
                  <a:moveTo>
                    <a:pt x="60128" y="0"/>
                  </a:moveTo>
                  <a:lnTo>
                    <a:pt x="752672" y="0"/>
                  </a:lnTo>
                  <a:cubicBezTo>
                    <a:pt x="768619" y="0"/>
                    <a:pt x="783913" y="6335"/>
                    <a:pt x="795189" y="17611"/>
                  </a:cubicBezTo>
                  <a:cubicBezTo>
                    <a:pt x="806465" y="28887"/>
                    <a:pt x="812800" y="44181"/>
                    <a:pt x="812800" y="60128"/>
                  </a:cubicBezTo>
                  <a:lnTo>
                    <a:pt x="812800" y="482817"/>
                  </a:lnTo>
                  <a:cubicBezTo>
                    <a:pt x="812800" y="516024"/>
                    <a:pt x="785880" y="542944"/>
                    <a:pt x="752672" y="542944"/>
                  </a:cubicBezTo>
                  <a:lnTo>
                    <a:pt x="60128" y="542944"/>
                  </a:lnTo>
                  <a:cubicBezTo>
                    <a:pt x="44181" y="542944"/>
                    <a:pt x="28887" y="536610"/>
                    <a:pt x="17611" y="525333"/>
                  </a:cubicBezTo>
                  <a:cubicBezTo>
                    <a:pt x="6335" y="514057"/>
                    <a:pt x="0" y="498764"/>
                    <a:pt x="0" y="482817"/>
                  </a:cubicBezTo>
                  <a:lnTo>
                    <a:pt x="0" y="60128"/>
                  </a:lnTo>
                  <a:cubicBezTo>
                    <a:pt x="0" y="44181"/>
                    <a:pt x="6335" y="28887"/>
                    <a:pt x="17611" y="17611"/>
                  </a:cubicBezTo>
                  <a:cubicBezTo>
                    <a:pt x="28887" y="6335"/>
                    <a:pt x="44181" y="0"/>
                    <a:pt x="60128" y="0"/>
                  </a:cubicBezTo>
                  <a:close/>
                </a:path>
              </a:pathLst>
            </a:custGeom>
            <a:solidFill>
              <a:srgbClr val="DEDD91"/>
            </a:solidFill>
            <a:ln cap="rnd">
              <a:noFill/>
              <a:prstDash val="solid"/>
              <a:round/>
            </a:ln>
          </p:spPr>
        </p:sp>
        <p:sp>
          <p:nvSpPr>
            <p:cNvPr name="TextBox 14" id="14"/>
            <p:cNvSpPr txBox="true"/>
            <p:nvPr/>
          </p:nvSpPr>
          <p:spPr>
            <a:xfrm>
              <a:off x="0" y="-38100"/>
              <a:ext cx="812800" cy="58104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543943" y="3654356"/>
            <a:ext cx="5922878" cy="1489144"/>
            <a:chOff x="0" y="0"/>
            <a:chExt cx="812800" cy="204356"/>
          </a:xfrm>
        </p:grpSpPr>
        <p:sp>
          <p:nvSpPr>
            <p:cNvPr name="Freeform 16" id="16"/>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17" id="17"/>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821179" y="3654356"/>
            <a:ext cx="5922878" cy="1489144"/>
            <a:chOff x="0" y="0"/>
            <a:chExt cx="812800" cy="204356"/>
          </a:xfrm>
        </p:grpSpPr>
        <p:sp>
          <p:nvSpPr>
            <p:cNvPr name="Freeform 19" id="19"/>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20" id="20"/>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3435306" y="9026352"/>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4398323" y="9026352"/>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5178491" y="427648"/>
            <a:ext cx="2564259" cy="2464960"/>
          </a:xfrm>
          <a:custGeom>
            <a:avLst/>
            <a:gdLst/>
            <a:ahLst/>
            <a:cxnLst/>
            <a:rect r="r" b="b" t="t" l="l"/>
            <a:pathLst>
              <a:path h="2464960" w="2564259">
                <a:moveTo>
                  <a:pt x="0" y="0"/>
                </a:moveTo>
                <a:lnTo>
                  <a:pt x="2564259" y="0"/>
                </a:lnTo>
                <a:lnTo>
                  <a:pt x="2564259" y="2464960"/>
                </a:lnTo>
                <a:lnTo>
                  <a:pt x="0" y="24649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385265" y="5777746"/>
            <a:ext cx="2264388" cy="4321983"/>
          </a:xfrm>
          <a:custGeom>
            <a:avLst/>
            <a:gdLst/>
            <a:ahLst/>
            <a:cxnLst/>
            <a:rect r="r" b="b" t="t" l="l"/>
            <a:pathLst>
              <a:path h="4321983" w="2264388">
                <a:moveTo>
                  <a:pt x="2264388" y="0"/>
                </a:moveTo>
                <a:lnTo>
                  <a:pt x="0" y="0"/>
                </a:lnTo>
                <a:lnTo>
                  <a:pt x="0" y="4321983"/>
                </a:lnTo>
                <a:lnTo>
                  <a:pt x="2264388" y="4321983"/>
                </a:lnTo>
                <a:lnTo>
                  <a:pt x="226438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3899202" y="1610041"/>
            <a:ext cx="10489597" cy="1253993"/>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Background</a:t>
            </a:r>
          </a:p>
        </p:txBody>
      </p:sp>
      <p:sp>
        <p:nvSpPr>
          <p:cNvPr name="TextBox 26" id="26"/>
          <p:cNvSpPr txBox="true"/>
          <p:nvPr/>
        </p:nvSpPr>
        <p:spPr>
          <a:xfrm rot="0">
            <a:off x="3201026" y="5956523"/>
            <a:ext cx="5163184" cy="2656979"/>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27" id="27"/>
          <p:cNvSpPr txBox="true"/>
          <p:nvPr/>
        </p:nvSpPr>
        <p:spPr>
          <a:xfrm rot="0">
            <a:off x="9923790" y="5918254"/>
            <a:ext cx="5163184" cy="2656979"/>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28" id="28"/>
          <p:cNvSpPr txBox="true"/>
          <p:nvPr/>
        </p:nvSpPr>
        <p:spPr>
          <a:xfrm rot="0">
            <a:off x="3201026" y="4064207"/>
            <a:ext cx="5163184" cy="679384"/>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What We Know</a:t>
            </a:r>
          </a:p>
        </p:txBody>
      </p:sp>
      <p:sp>
        <p:nvSpPr>
          <p:cNvPr name="TextBox 29" id="29"/>
          <p:cNvSpPr txBox="true"/>
          <p:nvPr/>
        </p:nvSpPr>
        <p:spPr>
          <a:xfrm rot="0">
            <a:off x="9543943" y="4064207"/>
            <a:ext cx="5922878" cy="679384"/>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What We Don't Know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341457" y="1203406"/>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481330">
            <a:off x="15427309" y="694509"/>
            <a:ext cx="4518875" cy="4114800"/>
          </a:xfrm>
          <a:custGeom>
            <a:avLst/>
            <a:gdLst/>
            <a:ahLst/>
            <a:cxnLst/>
            <a:rect r="r" b="b" t="t" l="l"/>
            <a:pathLst>
              <a:path h="4114800" w="4518875">
                <a:moveTo>
                  <a:pt x="4518875" y="0"/>
                </a:moveTo>
                <a:lnTo>
                  <a:pt x="0" y="0"/>
                </a:lnTo>
                <a:lnTo>
                  <a:pt x="0" y="4114800"/>
                </a:lnTo>
                <a:lnTo>
                  <a:pt x="4518875" y="4114800"/>
                </a:lnTo>
                <a:lnTo>
                  <a:pt x="451887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481330">
            <a:off x="-1230737" y="6750182"/>
            <a:ext cx="4518875" cy="4114800"/>
          </a:xfrm>
          <a:custGeom>
            <a:avLst/>
            <a:gdLst/>
            <a:ahLst/>
            <a:cxnLst/>
            <a:rect r="r" b="b" t="t" l="l"/>
            <a:pathLst>
              <a:path h="4114800" w="4518875">
                <a:moveTo>
                  <a:pt x="0" y="0"/>
                </a:moveTo>
                <a:lnTo>
                  <a:pt x="4518874" y="0"/>
                </a:lnTo>
                <a:lnTo>
                  <a:pt x="451887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a:grpSpLocks noChangeAspect="true"/>
          </p:cNvGrpSpPr>
          <p:nvPr/>
        </p:nvGrpSpPr>
        <p:grpSpPr>
          <a:xfrm rot="0">
            <a:off x="12407426" y="6595774"/>
            <a:ext cx="2662526" cy="2662526"/>
            <a:chOff x="0" y="0"/>
            <a:chExt cx="14840029" cy="14840029"/>
          </a:xfrm>
        </p:grpSpPr>
        <p:sp>
          <p:nvSpPr>
            <p:cNvPr name="Freeform 12" id="12"/>
            <p:cNvSpPr/>
            <p:nvPr/>
          </p:nvSpPr>
          <p:spPr>
            <a:xfrm flipH="false" flipV="false" rot="0">
              <a:off x="0" y="0"/>
              <a:ext cx="14840026" cy="14840029"/>
            </a:xfrm>
            <a:custGeom>
              <a:avLst/>
              <a:gdLst/>
              <a:ahLst/>
              <a:cxnLst/>
              <a:rect r="r" b="b" t="t" l="l"/>
              <a:pathLst>
                <a:path h="14840029" w="14840026">
                  <a:moveTo>
                    <a:pt x="3105877" y="13457583"/>
                  </a:moveTo>
                  <a:cubicBezTo>
                    <a:pt x="4321642" y="14327753"/>
                    <a:pt x="5811831" y="14840029"/>
                    <a:pt x="7420015" y="14840029"/>
                  </a:cubicBezTo>
                  <a:cubicBezTo>
                    <a:pt x="9028198" y="14840029"/>
                    <a:pt x="10518387" y="14327753"/>
                    <a:pt x="11734152" y="13457583"/>
                  </a:cubicBezTo>
                  <a:cubicBezTo>
                    <a:pt x="12472827" y="12928884"/>
                    <a:pt x="13363949" y="12648722"/>
                    <a:pt x="14278014" y="12648722"/>
                  </a:cubicBezTo>
                  <a:cubicBezTo>
                    <a:pt x="14427068" y="12648722"/>
                    <a:pt x="14570019" y="12589509"/>
                    <a:pt x="14675417" y="12484111"/>
                  </a:cubicBezTo>
                  <a:cubicBezTo>
                    <a:pt x="14780816" y="12378713"/>
                    <a:pt x="14840026" y="12235761"/>
                    <a:pt x="14840026" y="12086706"/>
                  </a:cubicBezTo>
                  <a:lnTo>
                    <a:pt x="14840026" y="2753321"/>
                  </a:lnTo>
                  <a:cubicBezTo>
                    <a:pt x="14840026" y="2442929"/>
                    <a:pt x="14588403" y="2191306"/>
                    <a:pt x="14278011" y="2191306"/>
                  </a:cubicBezTo>
                  <a:cubicBezTo>
                    <a:pt x="13363947" y="2191306"/>
                    <a:pt x="12472826" y="1911143"/>
                    <a:pt x="11734151" y="1382446"/>
                  </a:cubicBezTo>
                  <a:cubicBezTo>
                    <a:pt x="10518387" y="512275"/>
                    <a:pt x="9028198" y="0"/>
                    <a:pt x="7420015" y="0"/>
                  </a:cubicBezTo>
                  <a:cubicBezTo>
                    <a:pt x="5811832" y="0"/>
                    <a:pt x="4321642" y="512275"/>
                    <a:pt x="3105877" y="1382446"/>
                  </a:cubicBezTo>
                  <a:cubicBezTo>
                    <a:pt x="2367201" y="1911144"/>
                    <a:pt x="1476082" y="2191306"/>
                    <a:pt x="562015" y="2191306"/>
                  </a:cubicBezTo>
                  <a:cubicBezTo>
                    <a:pt x="412958" y="2191306"/>
                    <a:pt x="270009" y="2250519"/>
                    <a:pt x="164610" y="2355916"/>
                  </a:cubicBezTo>
                  <a:cubicBezTo>
                    <a:pt x="59211" y="2461313"/>
                    <a:pt x="0" y="2604266"/>
                    <a:pt x="0" y="2753322"/>
                  </a:cubicBezTo>
                  <a:lnTo>
                    <a:pt x="0" y="12086706"/>
                  </a:lnTo>
                  <a:cubicBezTo>
                    <a:pt x="0" y="12397099"/>
                    <a:pt x="251623" y="12648722"/>
                    <a:pt x="562014" y="12648722"/>
                  </a:cubicBezTo>
                  <a:cubicBezTo>
                    <a:pt x="1476082" y="12648721"/>
                    <a:pt x="2367201" y="12928884"/>
                    <a:pt x="3105877" y="13457583"/>
                  </a:cubicBezTo>
                  <a:close/>
                </a:path>
              </a:pathLst>
            </a:custGeom>
            <a:solidFill>
              <a:srgbClr val="354A15"/>
            </a:solidFill>
          </p:spPr>
        </p:sp>
        <p:sp>
          <p:nvSpPr>
            <p:cNvPr name="Freeform 13" id="13"/>
            <p:cNvSpPr/>
            <p:nvPr/>
          </p:nvSpPr>
          <p:spPr>
            <a:xfrm flipH="false" flipV="false" rot="0">
              <a:off x="200382" y="200383"/>
              <a:ext cx="14439264" cy="14439263"/>
            </a:xfrm>
            <a:custGeom>
              <a:avLst/>
              <a:gdLst/>
              <a:ahLst/>
              <a:cxnLst/>
              <a:rect r="r" b="b" t="t" l="l"/>
              <a:pathLst>
                <a:path h="14439263" w="14439264">
                  <a:moveTo>
                    <a:pt x="3022121" y="13094254"/>
                  </a:moveTo>
                  <a:cubicBezTo>
                    <a:pt x="4205000" y="13940887"/>
                    <a:pt x="5654646" y="14439263"/>
                    <a:pt x="7219633" y="14439263"/>
                  </a:cubicBezTo>
                  <a:cubicBezTo>
                    <a:pt x="8784619" y="14439263"/>
                    <a:pt x="10234265" y="13940887"/>
                    <a:pt x="11417144" y="13094254"/>
                  </a:cubicBezTo>
                  <a:cubicBezTo>
                    <a:pt x="12190652" y="12540622"/>
                    <a:pt x="13122754" y="12247956"/>
                    <a:pt x="14077633" y="12247956"/>
                  </a:cubicBezTo>
                  <a:cubicBezTo>
                    <a:pt x="14277356" y="12247956"/>
                    <a:pt x="14439264" y="12086048"/>
                    <a:pt x="14439264" y="11886324"/>
                  </a:cubicBezTo>
                  <a:lnTo>
                    <a:pt x="14439264" y="2552939"/>
                  </a:lnTo>
                  <a:cubicBezTo>
                    <a:pt x="14439264" y="2353215"/>
                    <a:pt x="14277356" y="2191306"/>
                    <a:pt x="14077633" y="2191306"/>
                  </a:cubicBezTo>
                  <a:cubicBezTo>
                    <a:pt x="13122754" y="2191306"/>
                    <a:pt x="12190653" y="1898638"/>
                    <a:pt x="11417143" y="1345009"/>
                  </a:cubicBezTo>
                  <a:cubicBezTo>
                    <a:pt x="10234264" y="498376"/>
                    <a:pt x="8784618" y="0"/>
                    <a:pt x="7219633" y="0"/>
                  </a:cubicBezTo>
                  <a:cubicBezTo>
                    <a:pt x="5654647" y="0"/>
                    <a:pt x="4205002" y="498376"/>
                    <a:pt x="3022121" y="1345009"/>
                  </a:cubicBezTo>
                  <a:cubicBezTo>
                    <a:pt x="2248612" y="1898639"/>
                    <a:pt x="1316511" y="2191306"/>
                    <a:pt x="361632" y="2191306"/>
                  </a:cubicBezTo>
                  <a:cubicBezTo>
                    <a:pt x="161908" y="2191306"/>
                    <a:pt x="0" y="2353215"/>
                    <a:pt x="0" y="2552939"/>
                  </a:cubicBezTo>
                  <a:lnTo>
                    <a:pt x="0" y="11886323"/>
                  </a:lnTo>
                  <a:cubicBezTo>
                    <a:pt x="0" y="11982235"/>
                    <a:pt x="38100" y="12074216"/>
                    <a:pt x="105919" y="12142036"/>
                  </a:cubicBezTo>
                  <a:cubicBezTo>
                    <a:pt x="173738" y="12209856"/>
                    <a:pt x="265721" y="12247955"/>
                    <a:pt x="361631" y="12247955"/>
                  </a:cubicBezTo>
                  <a:cubicBezTo>
                    <a:pt x="1316511" y="12247955"/>
                    <a:pt x="2248612" y="12540623"/>
                    <a:pt x="3022121" y="13094254"/>
                  </a:cubicBezTo>
                  <a:close/>
                </a:path>
              </a:pathLst>
            </a:custGeom>
            <a:solidFill>
              <a:srgbClr val="FFFFF1"/>
            </a:solidFill>
          </p:spPr>
        </p:sp>
        <p:sp>
          <p:nvSpPr>
            <p:cNvPr name="Freeform 14" id="14"/>
            <p:cNvSpPr/>
            <p:nvPr/>
          </p:nvSpPr>
          <p:spPr>
            <a:xfrm flipH="false" flipV="false" rot="0">
              <a:off x="562016" y="562014"/>
              <a:ext cx="13716000" cy="13716001"/>
            </a:xfrm>
            <a:custGeom>
              <a:avLst/>
              <a:gdLst/>
              <a:ahLst/>
              <a:cxnLst/>
              <a:rect r="r" b="b" t="t" l="l"/>
              <a:pathLst>
                <a:path h="13716001" w="13716000">
                  <a:moveTo>
                    <a:pt x="10845033" y="1277448"/>
                  </a:moveTo>
                  <a:cubicBezTo>
                    <a:pt x="9721504" y="473295"/>
                    <a:pt x="8345027" y="0"/>
                    <a:pt x="6857999" y="0"/>
                  </a:cubicBezTo>
                  <a:cubicBezTo>
                    <a:pt x="5370970" y="0"/>
                    <a:pt x="3994493" y="473295"/>
                    <a:pt x="2870964" y="1277448"/>
                  </a:cubicBezTo>
                  <a:cubicBezTo>
                    <a:pt x="2034590" y="1876072"/>
                    <a:pt x="1028529" y="2191308"/>
                    <a:pt x="0" y="2191308"/>
                  </a:cubicBezTo>
                  <a:lnTo>
                    <a:pt x="0" y="11524692"/>
                  </a:lnTo>
                  <a:cubicBezTo>
                    <a:pt x="1028532" y="11524692"/>
                    <a:pt x="2034590" y="11839928"/>
                    <a:pt x="2870964" y="12438553"/>
                  </a:cubicBezTo>
                  <a:cubicBezTo>
                    <a:pt x="3994492" y="13242706"/>
                    <a:pt x="5370969" y="13716001"/>
                    <a:pt x="6857998" y="13716001"/>
                  </a:cubicBezTo>
                  <a:cubicBezTo>
                    <a:pt x="8345026" y="13716001"/>
                    <a:pt x="9721504" y="13242706"/>
                    <a:pt x="10845032" y="12438553"/>
                  </a:cubicBezTo>
                  <a:cubicBezTo>
                    <a:pt x="11681406" y="11839927"/>
                    <a:pt x="12687465" y="11524692"/>
                    <a:pt x="13715999" y="11524692"/>
                  </a:cubicBezTo>
                  <a:lnTo>
                    <a:pt x="13715999" y="2191308"/>
                  </a:lnTo>
                  <a:cubicBezTo>
                    <a:pt x="12687467" y="2191308"/>
                    <a:pt x="11681406" y="1876072"/>
                    <a:pt x="10845033" y="1277448"/>
                  </a:cubicBezTo>
                  <a:close/>
                </a:path>
              </a:pathLst>
            </a:custGeom>
            <a:blipFill>
              <a:blip r:embed="rId8"/>
              <a:stretch>
                <a:fillRect l="0" t="0" r="-50093" b="0"/>
              </a:stretch>
            </a:blipFill>
          </p:spPr>
        </p:sp>
      </p:grpSp>
      <p:grpSp>
        <p:nvGrpSpPr>
          <p:cNvPr name="Group 15" id="15"/>
          <p:cNvGrpSpPr>
            <a:grpSpLocks noChangeAspect="true"/>
          </p:cNvGrpSpPr>
          <p:nvPr/>
        </p:nvGrpSpPr>
        <p:grpSpPr>
          <a:xfrm rot="0">
            <a:off x="3182850" y="3725937"/>
            <a:ext cx="2662526" cy="2662526"/>
            <a:chOff x="0" y="0"/>
            <a:chExt cx="14840029" cy="14840029"/>
          </a:xfrm>
        </p:grpSpPr>
        <p:sp>
          <p:nvSpPr>
            <p:cNvPr name="Freeform 16" id="16"/>
            <p:cNvSpPr/>
            <p:nvPr/>
          </p:nvSpPr>
          <p:spPr>
            <a:xfrm flipH="false" flipV="false" rot="0">
              <a:off x="0" y="0"/>
              <a:ext cx="14840026" cy="14840029"/>
            </a:xfrm>
            <a:custGeom>
              <a:avLst/>
              <a:gdLst/>
              <a:ahLst/>
              <a:cxnLst/>
              <a:rect r="r" b="b" t="t" l="l"/>
              <a:pathLst>
                <a:path h="14840029" w="14840026">
                  <a:moveTo>
                    <a:pt x="3105877" y="13457583"/>
                  </a:moveTo>
                  <a:cubicBezTo>
                    <a:pt x="4321642" y="14327753"/>
                    <a:pt x="5811831" y="14840029"/>
                    <a:pt x="7420015" y="14840029"/>
                  </a:cubicBezTo>
                  <a:cubicBezTo>
                    <a:pt x="9028198" y="14840029"/>
                    <a:pt x="10518387" y="14327753"/>
                    <a:pt x="11734152" y="13457583"/>
                  </a:cubicBezTo>
                  <a:cubicBezTo>
                    <a:pt x="12472827" y="12928884"/>
                    <a:pt x="13363949" y="12648722"/>
                    <a:pt x="14278014" y="12648722"/>
                  </a:cubicBezTo>
                  <a:cubicBezTo>
                    <a:pt x="14427068" y="12648722"/>
                    <a:pt x="14570019" y="12589509"/>
                    <a:pt x="14675417" y="12484111"/>
                  </a:cubicBezTo>
                  <a:cubicBezTo>
                    <a:pt x="14780816" y="12378713"/>
                    <a:pt x="14840026" y="12235761"/>
                    <a:pt x="14840026" y="12086706"/>
                  </a:cubicBezTo>
                  <a:lnTo>
                    <a:pt x="14840026" y="2753321"/>
                  </a:lnTo>
                  <a:cubicBezTo>
                    <a:pt x="14840026" y="2442929"/>
                    <a:pt x="14588403" y="2191306"/>
                    <a:pt x="14278011" y="2191306"/>
                  </a:cubicBezTo>
                  <a:cubicBezTo>
                    <a:pt x="13363947" y="2191306"/>
                    <a:pt x="12472826" y="1911143"/>
                    <a:pt x="11734151" y="1382446"/>
                  </a:cubicBezTo>
                  <a:cubicBezTo>
                    <a:pt x="10518387" y="512275"/>
                    <a:pt x="9028198" y="0"/>
                    <a:pt x="7420015" y="0"/>
                  </a:cubicBezTo>
                  <a:cubicBezTo>
                    <a:pt x="5811832" y="0"/>
                    <a:pt x="4321642" y="512275"/>
                    <a:pt x="3105877" y="1382446"/>
                  </a:cubicBezTo>
                  <a:cubicBezTo>
                    <a:pt x="2367201" y="1911144"/>
                    <a:pt x="1476082" y="2191306"/>
                    <a:pt x="562015" y="2191306"/>
                  </a:cubicBezTo>
                  <a:cubicBezTo>
                    <a:pt x="412958" y="2191306"/>
                    <a:pt x="270009" y="2250519"/>
                    <a:pt x="164610" y="2355916"/>
                  </a:cubicBezTo>
                  <a:cubicBezTo>
                    <a:pt x="59211" y="2461313"/>
                    <a:pt x="0" y="2604266"/>
                    <a:pt x="0" y="2753322"/>
                  </a:cubicBezTo>
                  <a:lnTo>
                    <a:pt x="0" y="12086706"/>
                  </a:lnTo>
                  <a:cubicBezTo>
                    <a:pt x="0" y="12397099"/>
                    <a:pt x="251623" y="12648722"/>
                    <a:pt x="562014" y="12648722"/>
                  </a:cubicBezTo>
                  <a:cubicBezTo>
                    <a:pt x="1476082" y="12648721"/>
                    <a:pt x="2367201" y="12928884"/>
                    <a:pt x="3105877" y="13457583"/>
                  </a:cubicBezTo>
                  <a:close/>
                </a:path>
              </a:pathLst>
            </a:custGeom>
            <a:solidFill>
              <a:srgbClr val="354A15"/>
            </a:solidFill>
          </p:spPr>
        </p:sp>
        <p:sp>
          <p:nvSpPr>
            <p:cNvPr name="Freeform 17" id="17"/>
            <p:cNvSpPr/>
            <p:nvPr/>
          </p:nvSpPr>
          <p:spPr>
            <a:xfrm flipH="false" flipV="false" rot="0">
              <a:off x="200382" y="200383"/>
              <a:ext cx="14439264" cy="14439263"/>
            </a:xfrm>
            <a:custGeom>
              <a:avLst/>
              <a:gdLst/>
              <a:ahLst/>
              <a:cxnLst/>
              <a:rect r="r" b="b" t="t" l="l"/>
              <a:pathLst>
                <a:path h="14439263" w="14439264">
                  <a:moveTo>
                    <a:pt x="3022121" y="13094254"/>
                  </a:moveTo>
                  <a:cubicBezTo>
                    <a:pt x="4205000" y="13940887"/>
                    <a:pt x="5654646" y="14439263"/>
                    <a:pt x="7219633" y="14439263"/>
                  </a:cubicBezTo>
                  <a:cubicBezTo>
                    <a:pt x="8784619" y="14439263"/>
                    <a:pt x="10234265" y="13940887"/>
                    <a:pt x="11417144" y="13094254"/>
                  </a:cubicBezTo>
                  <a:cubicBezTo>
                    <a:pt x="12190652" y="12540622"/>
                    <a:pt x="13122754" y="12247956"/>
                    <a:pt x="14077633" y="12247956"/>
                  </a:cubicBezTo>
                  <a:cubicBezTo>
                    <a:pt x="14277356" y="12247956"/>
                    <a:pt x="14439264" y="12086048"/>
                    <a:pt x="14439264" y="11886324"/>
                  </a:cubicBezTo>
                  <a:lnTo>
                    <a:pt x="14439264" y="2552939"/>
                  </a:lnTo>
                  <a:cubicBezTo>
                    <a:pt x="14439264" y="2353215"/>
                    <a:pt x="14277356" y="2191306"/>
                    <a:pt x="14077633" y="2191306"/>
                  </a:cubicBezTo>
                  <a:cubicBezTo>
                    <a:pt x="13122754" y="2191306"/>
                    <a:pt x="12190653" y="1898638"/>
                    <a:pt x="11417143" y="1345009"/>
                  </a:cubicBezTo>
                  <a:cubicBezTo>
                    <a:pt x="10234264" y="498376"/>
                    <a:pt x="8784618" y="0"/>
                    <a:pt x="7219633" y="0"/>
                  </a:cubicBezTo>
                  <a:cubicBezTo>
                    <a:pt x="5654647" y="0"/>
                    <a:pt x="4205002" y="498376"/>
                    <a:pt x="3022121" y="1345009"/>
                  </a:cubicBezTo>
                  <a:cubicBezTo>
                    <a:pt x="2248612" y="1898639"/>
                    <a:pt x="1316511" y="2191306"/>
                    <a:pt x="361632" y="2191306"/>
                  </a:cubicBezTo>
                  <a:cubicBezTo>
                    <a:pt x="161908" y="2191306"/>
                    <a:pt x="0" y="2353215"/>
                    <a:pt x="0" y="2552939"/>
                  </a:cubicBezTo>
                  <a:lnTo>
                    <a:pt x="0" y="11886323"/>
                  </a:lnTo>
                  <a:cubicBezTo>
                    <a:pt x="0" y="11982235"/>
                    <a:pt x="38100" y="12074216"/>
                    <a:pt x="105919" y="12142036"/>
                  </a:cubicBezTo>
                  <a:cubicBezTo>
                    <a:pt x="173738" y="12209856"/>
                    <a:pt x="265721" y="12247955"/>
                    <a:pt x="361631" y="12247955"/>
                  </a:cubicBezTo>
                  <a:cubicBezTo>
                    <a:pt x="1316511" y="12247955"/>
                    <a:pt x="2248612" y="12540623"/>
                    <a:pt x="3022121" y="13094254"/>
                  </a:cubicBezTo>
                  <a:close/>
                </a:path>
              </a:pathLst>
            </a:custGeom>
            <a:solidFill>
              <a:srgbClr val="FFFFF1"/>
            </a:solidFill>
          </p:spPr>
        </p:sp>
        <p:sp>
          <p:nvSpPr>
            <p:cNvPr name="Freeform 18" id="18"/>
            <p:cNvSpPr/>
            <p:nvPr/>
          </p:nvSpPr>
          <p:spPr>
            <a:xfrm flipH="false" flipV="false" rot="0">
              <a:off x="562016" y="562014"/>
              <a:ext cx="13716000" cy="13716001"/>
            </a:xfrm>
            <a:custGeom>
              <a:avLst/>
              <a:gdLst/>
              <a:ahLst/>
              <a:cxnLst/>
              <a:rect r="r" b="b" t="t" l="l"/>
              <a:pathLst>
                <a:path h="13716001" w="13716000">
                  <a:moveTo>
                    <a:pt x="10845033" y="1277448"/>
                  </a:moveTo>
                  <a:cubicBezTo>
                    <a:pt x="9721504" y="473295"/>
                    <a:pt x="8345027" y="0"/>
                    <a:pt x="6857999" y="0"/>
                  </a:cubicBezTo>
                  <a:cubicBezTo>
                    <a:pt x="5370970" y="0"/>
                    <a:pt x="3994493" y="473295"/>
                    <a:pt x="2870964" y="1277448"/>
                  </a:cubicBezTo>
                  <a:cubicBezTo>
                    <a:pt x="2034590" y="1876072"/>
                    <a:pt x="1028529" y="2191308"/>
                    <a:pt x="0" y="2191308"/>
                  </a:cubicBezTo>
                  <a:lnTo>
                    <a:pt x="0" y="11524692"/>
                  </a:lnTo>
                  <a:cubicBezTo>
                    <a:pt x="1028532" y="11524692"/>
                    <a:pt x="2034590" y="11839928"/>
                    <a:pt x="2870964" y="12438553"/>
                  </a:cubicBezTo>
                  <a:cubicBezTo>
                    <a:pt x="3994492" y="13242706"/>
                    <a:pt x="5370969" y="13716001"/>
                    <a:pt x="6857998" y="13716001"/>
                  </a:cubicBezTo>
                  <a:cubicBezTo>
                    <a:pt x="8345026" y="13716001"/>
                    <a:pt x="9721504" y="13242706"/>
                    <a:pt x="10845032" y="12438553"/>
                  </a:cubicBezTo>
                  <a:cubicBezTo>
                    <a:pt x="11681406" y="11839927"/>
                    <a:pt x="12687465" y="11524692"/>
                    <a:pt x="13715999" y="11524692"/>
                  </a:cubicBezTo>
                  <a:lnTo>
                    <a:pt x="13715999" y="2191308"/>
                  </a:lnTo>
                  <a:cubicBezTo>
                    <a:pt x="12687467" y="2191308"/>
                    <a:pt x="11681406" y="1876072"/>
                    <a:pt x="10845033" y="1277448"/>
                  </a:cubicBezTo>
                  <a:close/>
                </a:path>
              </a:pathLst>
            </a:custGeom>
            <a:blipFill>
              <a:blip r:embed="rId9"/>
              <a:stretch>
                <a:fillRect l="-25046" t="0" r="-25046" b="0"/>
              </a:stretch>
            </a:blipFill>
          </p:spPr>
        </p:sp>
      </p:grpSp>
      <p:sp>
        <p:nvSpPr>
          <p:cNvPr name="TextBox 19" id="19"/>
          <p:cNvSpPr txBox="true"/>
          <p:nvPr/>
        </p:nvSpPr>
        <p:spPr>
          <a:xfrm rot="0">
            <a:off x="6175908" y="4228674"/>
            <a:ext cx="8450058" cy="1590377"/>
          </a:xfrm>
          <a:prstGeom prst="rect">
            <a:avLst/>
          </a:prstGeom>
        </p:spPr>
        <p:txBody>
          <a:bodyPr anchor="t" rtlCol="false" tIns="0" lIns="0" bIns="0" rIns="0">
            <a:spAutoFit/>
          </a:bodyPr>
          <a:lstStyle/>
          <a:p>
            <a:pPr>
              <a:lnSpc>
                <a:spcPts val="4200"/>
              </a:lnSpc>
            </a:pPr>
            <a:r>
              <a:rPr lang="en-US" sz="3000">
                <a:solidFill>
                  <a:srgbClr val="C4791C"/>
                </a:solidFill>
                <a:latin typeface="Cagliostro"/>
              </a:rPr>
              <a:t>Lorem ipsum dolor sit amet, consectetur adipiscing elit. Praesent rutrum maximus mauris sed sodales. Ut rhoncus lacinia nisi eu tempus. </a:t>
            </a:r>
          </a:p>
        </p:txBody>
      </p:sp>
      <p:sp>
        <p:nvSpPr>
          <p:cNvPr name="TextBox 20" id="20"/>
          <p:cNvSpPr txBox="true"/>
          <p:nvPr/>
        </p:nvSpPr>
        <p:spPr>
          <a:xfrm rot="0">
            <a:off x="3899202" y="1610041"/>
            <a:ext cx="10489597" cy="1253993"/>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Objectives</a:t>
            </a:r>
          </a:p>
        </p:txBody>
      </p:sp>
      <p:sp>
        <p:nvSpPr>
          <p:cNvPr name="TextBox 21" id="21"/>
          <p:cNvSpPr txBox="true"/>
          <p:nvPr/>
        </p:nvSpPr>
        <p:spPr>
          <a:xfrm rot="0">
            <a:off x="3704421" y="7098511"/>
            <a:ext cx="8389962" cy="1590377"/>
          </a:xfrm>
          <a:prstGeom prst="rect">
            <a:avLst/>
          </a:prstGeom>
        </p:spPr>
        <p:txBody>
          <a:bodyPr anchor="t" rtlCol="false" tIns="0" lIns="0" bIns="0" rIns="0">
            <a:spAutoFit/>
          </a:bodyPr>
          <a:lstStyle/>
          <a:p>
            <a:pPr algn="r">
              <a:lnSpc>
                <a:spcPts val="4200"/>
              </a:lnSpc>
            </a:pPr>
            <a:r>
              <a:rPr lang="en-US" sz="3000">
                <a:solidFill>
                  <a:srgbClr val="C4791C"/>
                </a:solidFill>
                <a:latin typeface="Cagliostro"/>
              </a:rPr>
              <a:t>Lorem ipsum dolor sit amet, consectetur adipiscing elit. Praesent rutrum maximus mauris sed sodales. Ut rhoncus lacinia nisi eu tempus.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268253" y="4566361"/>
            <a:ext cx="3751494" cy="2894139"/>
          </a:xfrm>
          <a:custGeom>
            <a:avLst/>
            <a:gdLst/>
            <a:ahLst/>
            <a:cxnLst/>
            <a:rect r="r" b="b" t="t" l="l"/>
            <a:pathLst>
              <a:path h="2894139" w="3751494">
                <a:moveTo>
                  <a:pt x="0" y="0"/>
                </a:moveTo>
                <a:lnTo>
                  <a:pt x="3751494" y="0"/>
                </a:lnTo>
                <a:lnTo>
                  <a:pt x="3751494" y="2894139"/>
                </a:lnTo>
                <a:lnTo>
                  <a:pt x="0" y="28941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8798279">
            <a:off x="6547081" y="4407052"/>
            <a:ext cx="1127853" cy="318618"/>
          </a:xfrm>
          <a:custGeom>
            <a:avLst/>
            <a:gdLst/>
            <a:ahLst/>
            <a:cxnLst/>
            <a:rect r="r" b="b" t="t" l="l"/>
            <a:pathLst>
              <a:path h="318618" w="1127853">
                <a:moveTo>
                  <a:pt x="0" y="0"/>
                </a:moveTo>
                <a:lnTo>
                  <a:pt x="1127853" y="0"/>
                </a:lnTo>
                <a:lnTo>
                  <a:pt x="1127853" y="318618"/>
                </a:lnTo>
                <a:lnTo>
                  <a:pt x="0" y="3186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685500" y="3923378"/>
            <a:ext cx="790701" cy="790701"/>
          </a:xfrm>
          <a:custGeom>
            <a:avLst/>
            <a:gdLst/>
            <a:ahLst/>
            <a:cxnLst/>
            <a:rect r="r" b="b" t="t" l="l"/>
            <a:pathLst>
              <a:path h="790701" w="790701">
                <a:moveTo>
                  <a:pt x="0" y="0"/>
                </a:moveTo>
                <a:lnTo>
                  <a:pt x="790701" y="0"/>
                </a:lnTo>
                <a:lnTo>
                  <a:pt x="790701" y="790701"/>
                </a:lnTo>
                <a:lnTo>
                  <a:pt x="0" y="7907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166866" y="4123186"/>
            <a:ext cx="790701" cy="790701"/>
          </a:xfrm>
          <a:custGeom>
            <a:avLst/>
            <a:gdLst/>
            <a:ahLst/>
            <a:cxnLst/>
            <a:rect r="r" b="b" t="t" l="l"/>
            <a:pathLst>
              <a:path h="790701" w="790701">
                <a:moveTo>
                  <a:pt x="0" y="0"/>
                </a:moveTo>
                <a:lnTo>
                  <a:pt x="790701" y="0"/>
                </a:lnTo>
                <a:lnTo>
                  <a:pt x="790701" y="790701"/>
                </a:lnTo>
                <a:lnTo>
                  <a:pt x="0" y="7907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5890388" y="6977523"/>
            <a:ext cx="790701" cy="790701"/>
          </a:xfrm>
          <a:custGeom>
            <a:avLst/>
            <a:gdLst/>
            <a:ahLst/>
            <a:cxnLst/>
            <a:rect r="r" b="b" t="t" l="l"/>
            <a:pathLst>
              <a:path h="790701" w="790701">
                <a:moveTo>
                  <a:pt x="0" y="0"/>
                </a:moveTo>
                <a:lnTo>
                  <a:pt x="790701" y="0"/>
                </a:lnTo>
                <a:lnTo>
                  <a:pt x="790701" y="790701"/>
                </a:lnTo>
                <a:lnTo>
                  <a:pt x="0" y="7907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0771516" y="7065150"/>
            <a:ext cx="790701" cy="790701"/>
          </a:xfrm>
          <a:custGeom>
            <a:avLst/>
            <a:gdLst/>
            <a:ahLst/>
            <a:cxnLst/>
            <a:rect r="r" b="b" t="t" l="l"/>
            <a:pathLst>
              <a:path h="790701" w="790701">
                <a:moveTo>
                  <a:pt x="0" y="0"/>
                </a:moveTo>
                <a:lnTo>
                  <a:pt x="790701" y="0"/>
                </a:lnTo>
                <a:lnTo>
                  <a:pt x="790701" y="790701"/>
                </a:lnTo>
                <a:lnTo>
                  <a:pt x="0" y="7907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true" rot="-733749">
            <a:off x="9861702" y="4084081"/>
            <a:ext cx="1127853" cy="318618"/>
          </a:xfrm>
          <a:custGeom>
            <a:avLst/>
            <a:gdLst/>
            <a:ahLst/>
            <a:cxnLst/>
            <a:rect r="r" b="b" t="t" l="l"/>
            <a:pathLst>
              <a:path h="318618" w="1127853">
                <a:moveTo>
                  <a:pt x="0" y="318618"/>
                </a:moveTo>
                <a:lnTo>
                  <a:pt x="1127853" y="318618"/>
                </a:lnTo>
                <a:lnTo>
                  <a:pt x="1127853" y="0"/>
                </a:lnTo>
                <a:lnTo>
                  <a:pt x="0" y="0"/>
                </a:lnTo>
                <a:lnTo>
                  <a:pt x="0" y="31861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201040">
            <a:off x="6843043" y="7354261"/>
            <a:ext cx="1127853" cy="318618"/>
          </a:xfrm>
          <a:custGeom>
            <a:avLst/>
            <a:gdLst/>
            <a:ahLst/>
            <a:cxnLst/>
            <a:rect r="r" b="b" t="t" l="l"/>
            <a:pathLst>
              <a:path h="318618" w="1127853">
                <a:moveTo>
                  <a:pt x="0" y="318618"/>
                </a:moveTo>
                <a:lnTo>
                  <a:pt x="1127853" y="318618"/>
                </a:lnTo>
                <a:lnTo>
                  <a:pt x="1127853" y="0"/>
                </a:lnTo>
                <a:lnTo>
                  <a:pt x="0" y="0"/>
                </a:lnTo>
                <a:lnTo>
                  <a:pt x="0" y="31861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91224">
            <a:off x="9561988" y="7544676"/>
            <a:ext cx="1127853" cy="318618"/>
          </a:xfrm>
          <a:custGeom>
            <a:avLst/>
            <a:gdLst/>
            <a:ahLst/>
            <a:cxnLst/>
            <a:rect r="r" b="b" t="t" l="l"/>
            <a:pathLst>
              <a:path h="318618" w="1127853">
                <a:moveTo>
                  <a:pt x="0" y="0"/>
                </a:moveTo>
                <a:lnTo>
                  <a:pt x="1127852" y="0"/>
                </a:lnTo>
                <a:lnTo>
                  <a:pt x="1127852" y="318618"/>
                </a:lnTo>
                <a:lnTo>
                  <a:pt x="0" y="3186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102135" y="6751901"/>
            <a:ext cx="2906299" cy="4114800"/>
          </a:xfrm>
          <a:custGeom>
            <a:avLst/>
            <a:gdLst/>
            <a:ahLst/>
            <a:cxnLst/>
            <a:rect r="r" b="b" t="t" l="l"/>
            <a:pathLst>
              <a:path h="4114800" w="2906299">
                <a:moveTo>
                  <a:pt x="0" y="0"/>
                </a:moveTo>
                <a:lnTo>
                  <a:pt x="2906298" y="0"/>
                </a:lnTo>
                <a:lnTo>
                  <a:pt x="2906298"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3076022" y="1610041"/>
            <a:ext cx="12135955"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Literary Review</a:t>
            </a:r>
          </a:p>
        </p:txBody>
      </p:sp>
      <p:sp>
        <p:nvSpPr>
          <p:cNvPr name="TextBox 15" id="15"/>
          <p:cNvSpPr txBox="true"/>
          <p:nvPr/>
        </p:nvSpPr>
        <p:spPr>
          <a:xfrm rot="0">
            <a:off x="11957567" y="6998475"/>
            <a:ext cx="4077590" cy="1590377"/>
          </a:xfrm>
          <a:prstGeom prst="rect">
            <a:avLst/>
          </a:prstGeom>
        </p:spPr>
        <p:txBody>
          <a:bodyPr anchor="t" rtlCol="false" tIns="0" lIns="0" bIns="0" rIns="0">
            <a:spAutoFit/>
          </a:bodyPr>
          <a:lstStyle/>
          <a:p>
            <a:pPr marL="0" indent="0" lvl="0">
              <a:lnSpc>
                <a:spcPts val="4200"/>
              </a:lnSpc>
              <a:spcBef>
                <a:spcPct val="0"/>
              </a:spcBef>
            </a:pPr>
            <a:r>
              <a:rPr lang="en-US" sz="3000">
                <a:solidFill>
                  <a:srgbClr val="C4791C"/>
                </a:solidFill>
                <a:latin typeface="Cagliostro"/>
              </a:rPr>
              <a:t>Lorem ipsum dolor sit amet, consectetur adipiscing elit.</a:t>
            </a:r>
            <a:r>
              <a:rPr lang="en-US" sz="3000">
                <a:solidFill>
                  <a:srgbClr val="C4791C"/>
                </a:solidFill>
                <a:latin typeface="Cagliostro"/>
              </a:rPr>
              <a:t> </a:t>
            </a:r>
          </a:p>
        </p:txBody>
      </p:sp>
      <p:sp>
        <p:nvSpPr>
          <p:cNvPr name="TextBox 16" id="16"/>
          <p:cNvSpPr txBox="true"/>
          <p:nvPr/>
        </p:nvSpPr>
        <p:spPr>
          <a:xfrm rot="0">
            <a:off x="12362777" y="4152203"/>
            <a:ext cx="4307343" cy="1590377"/>
          </a:xfrm>
          <a:prstGeom prst="rect">
            <a:avLst/>
          </a:prstGeom>
        </p:spPr>
        <p:txBody>
          <a:bodyPr anchor="t" rtlCol="false" tIns="0" lIns="0" bIns="0" rIns="0">
            <a:spAutoFit/>
          </a:bodyPr>
          <a:lstStyle/>
          <a:p>
            <a:pPr marL="0" indent="0" lvl="0">
              <a:lnSpc>
                <a:spcPts val="4200"/>
              </a:lnSpc>
              <a:spcBef>
                <a:spcPct val="0"/>
              </a:spcBef>
            </a:pPr>
            <a:r>
              <a:rPr lang="en-US" sz="3000">
                <a:solidFill>
                  <a:srgbClr val="C4791C"/>
                </a:solidFill>
                <a:latin typeface="Cagliostro"/>
              </a:rPr>
              <a:t>Lorem ipsum dolor sit amet, consectetur adipiscing elit.</a:t>
            </a:r>
            <a:r>
              <a:rPr lang="en-US" sz="3000">
                <a:solidFill>
                  <a:srgbClr val="C4791C"/>
                </a:solidFill>
                <a:latin typeface="Cagliostro"/>
              </a:rPr>
              <a:t> </a:t>
            </a:r>
          </a:p>
        </p:txBody>
      </p:sp>
      <p:sp>
        <p:nvSpPr>
          <p:cNvPr name="TextBox 17" id="17"/>
          <p:cNvSpPr txBox="true"/>
          <p:nvPr/>
        </p:nvSpPr>
        <p:spPr>
          <a:xfrm rot="0">
            <a:off x="1421487" y="7075855"/>
            <a:ext cx="4173627" cy="1590377"/>
          </a:xfrm>
          <a:prstGeom prst="rect">
            <a:avLst/>
          </a:prstGeom>
        </p:spPr>
        <p:txBody>
          <a:bodyPr anchor="t" rtlCol="false" tIns="0" lIns="0" bIns="0" rIns="0">
            <a:spAutoFit/>
          </a:bodyPr>
          <a:lstStyle/>
          <a:p>
            <a:pPr algn="r" marL="0" indent="0" lvl="0">
              <a:lnSpc>
                <a:spcPts val="4200"/>
              </a:lnSpc>
              <a:spcBef>
                <a:spcPct val="0"/>
              </a:spcBef>
            </a:pPr>
            <a:r>
              <a:rPr lang="en-US" sz="3000">
                <a:solidFill>
                  <a:srgbClr val="C4791C"/>
                </a:solidFill>
                <a:latin typeface="Cagliostro"/>
              </a:rPr>
              <a:t>Lorem ipsum dolor sit amet, consectetur adipiscing elit.</a:t>
            </a:r>
            <a:r>
              <a:rPr lang="en-US" sz="3000">
                <a:solidFill>
                  <a:srgbClr val="C4791C"/>
                </a:solidFill>
                <a:latin typeface="Cagliostro"/>
              </a:rPr>
              <a:t> </a:t>
            </a:r>
          </a:p>
        </p:txBody>
      </p:sp>
      <p:sp>
        <p:nvSpPr>
          <p:cNvPr name="TextBox 18" id="18"/>
          <p:cNvSpPr txBox="true"/>
          <p:nvPr/>
        </p:nvSpPr>
        <p:spPr>
          <a:xfrm rot="0">
            <a:off x="1095249" y="3856703"/>
            <a:ext cx="4180676" cy="1590377"/>
          </a:xfrm>
          <a:prstGeom prst="rect">
            <a:avLst/>
          </a:prstGeom>
        </p:spPr>
        <p:txBody>
          <a:bodyPr anchor="t" rtlCol="false" tIns="0" lIns="0" bIns="0" rIns="0">
            <a:spAutoFit/>
          </a:bodyPr>
          <a:lstStyle/>
          <a:p>
            <a:pPr algn="r" marL="0" indent="0" lvl="0">
              <a:lnSpc>
                <a:spcPts val="4200"/>
              </a:lnSpc>
              <a:spcBef>
                <a:spcPct val="0"/>
              </a:spcBef>
            </a:pPr>
            <a:r>
              <a:rPr lang="en-US" sz="3000">
                <a:solidFill>
                  <a:srgbClr val="C4791C"/>
                </a:solidFill>
                <a:latin typeface="Cagliostro"/>
              </a:rPr>
              <a:t>Lorem ipsum dolor sit amet, consectetur adipiscing elit.</a:t>
            </a:r>
            <a:r>
              <a:rPr lang="en-US" sz="3000">
                <a:solidFill>
                  <a:srgbClr val="C4791C"/>
                </a:solidFill>
                <a:latin typeface="Cagliostro"/>
              </a:rPr>
              <a:t> </a:t>
            </a:r>
          </a:p>
        </p:txBody>
      </p:sp>
      <p:sp>
        <p:nvSpPr>
          <p:cNvPr name="Freeform 19" id="19"/>
          <p:cNvSpPr/>
          <p:nvPr/>
        </p:nvSpPr>
        <p:spPr>
          <a:xfrm flipH="true" flipV="false" rot="-296771">
            <a:off x="16620392" y="559236"/>
            <a:ext cx="2455443" cy="3476469"/>
          </a:xfrm>
          <a:custGeom>
            <a:avLst/>
            <a:gdLst/>
            <a:ahLst/>
            <a:cxnLst/>
            <a:rect r="r" b="b" t="t" l="l"/>
            <a:pathLst>
              <a:path h="3476469" w="2455443">
                <a:moveTo>
                  <a:pt x="2455443" y="0"/>
                </a:moveTo>
                <a:lnTo>
                  <a:pt x="0" y="0"/>
                </a:lnTo>
                <a:lnTo>
                  <a:pt x="0" y="3476469"/>
                </a:lnTo>
                <a:lnTo>
                  <a:pt x="2455443" y="3476469"/>
                </a:lnTo>
                <a:lnTo>
                  <a:pt x="2455443"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0" id="20"/>
          <p:cNvGrpSpPr/>
          <p:nvPr/>
        </p:nvGrpSpPr>
        <p:grpSpPr>
          <a:xfrm rot="0">
            <a:off x="3341457" y="1203406"/>
            <a:ext cx="11605086" cy="1956063"/>
            <a:chOff x="0" y="0"/>
            <a:chExt cx="3056484" cy="515177"/>
          </a:xfrm>
        </p:grpSpPr>
        <p:sp>
          <p:nvSpPr>
            <p:cNvPr name="Freeform 21" id="21"/>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22" id="22"/>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2060369" y="1000033"/>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4" id="24"/>
          <p:cNvSpPr/>
          <p:nvPr/>
        </p:nvSpPr>
        <p:spPr>
          <a:xfrm flipH="false" flipV="false" rot="0">
            <a:off x="6339092" y="28926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341457" y="1203406"/>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9" id="9"/>
          <p:cNvPicPr>
            <a:picLocks noChangeAspect="true"/>
          </p:cNvPicPr>
          <p:nvPr/>
        </p:nvPicPr>
        <p:blipFill>
          <a:blip r:embed="rId6"/>
          <a:stretch>
            <a:fillRect/>
          </a:stretch>
        </p:blipFill>
        <p:spPr>
          <a:xfrm rot="0">
            <a:off x="10375397" y="4036213"/>
            <a:ext cx="5298970" cy="1646388"/>
          </a:xfrm>
          <a:prstGeom prst="rect">
            <a:avLst/>
          </a:prstGeom>
        </p:spPr>
      </p:pic>
      <p:pic>
        <p:nvPicPr>
          <p:cNvPr name="Picture 10" id="10"/>
          <p:cNvPicPr>
            <a:picLocks noChangeAspect="true"/>
          </p:cNvPicPr>
          <p:nvPr/>
        </p:nvPicPr>
        <p:blipFill>
          <a:blip r:embed="rId7"/>
          <a:stretch>
            <a:fillRect/>
          </a:stretch>
        </p:blipFill>
        <p:spPr>
          <a:xfrm rot="0">
            <a:off x="2657623" y="4043545"/>
            <a:ext cx="5210992" cy="1631725"/>
          </a:xfrm>
          <a:prstGeom prst="rect">
            <a:avLst/>
          </a:prstGeom>
        </p:spPr>
      </p:pic>
      <p:sp>
        <p:nvSpPr>
          <p:cNvPr name="Freeform 11" id="11"/>
          <p:cNvSpPr/>
          <p:nvPr/>
        </p:nvSpPr>
        <p:spPr>
          <a:xfrm flipH="false" flipV="false" rot="0">
            <a:off x="15608086" y="261072"/>
            <a:ext cx="3302428" cy="3769395"/>
          </a:xfrm>
          <a:custGeom>
            <a:avLst/>
            <a:gdLst/>
            <a:ahLst/>
            <a:cxnLst/>
            <a:rect r="r" b="b" t="t" l="l"/>
            <a:pathLst>
              <a:path h="3769395" w="3302428">
                <a:moveTo>
                  <a:pt x="0" y="0"/>
                </a:moveTo>
                <a:lnTo>
                  <a:pt x="3302428" y="0"/>
                </a:lnTo>
                <a:lnTo>
                  <a:pt x="3302428" y="3769395"/>
                </a:lnTo>
                <a:lnTo>
                  <a:pt x="0" y="37693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false" rot="0">
            <a:off x="-686435" y="5778680"/>
            <a:ext cx="2900327" cy="4304582"/>
          </a:xfrm>
          <a:custGeom>
            <a:avLst/>
            <a:gdLst/>
            <a:ahLst/>
            <a:cxnLst/>
            <a:rect r="r" b="b" t="t" l="l"/>
            <a:pathLst>
              <a:path h="4304582" w="2900327">
                <a:moveTo>
                  <a:pt x="2900327" y="0"/>
                </a:moveTo>
                <a:lnTo>
                  <a:pt x="0" y="0"/>
                </a:lnTo>
                <a:lnTo>
                  <a:pt x="0" y="4304583"/>
                </a:lnTo>
                <a:lnTo>
                  <a:pt x="2900327" y="4304583"/>
                </a:lnTo>
                <a:lnTo>
                  <a:pt x="2900327"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3899202" y="1610041"/>
            <a:ext cx="10489597" cy="1253993"/>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Data Analysis</a:t>
            </a:r>
          </a:p>
        </p:txBody>
      </p:sp>
      <p:sp>
        <p:nvSpPr>
          <p:cNvPr name="TextBox 14" id="14"/>
          <p:cNvSpPr txBox="true"/>
          <p:nvPr/>
        </p:nvSpPr>
        <p:spPr>
          <a:xfrm rot="0">
            <a:off x="2413917" y="6094785"/>
            <a:ext cx="5698402" cy="971517"/>
          </a:xfrm>
          <a:prstGeom prst="rect">
            <a:avLst/>
          </a:prstGeom>
        </p:spPr>
        <p:txBody>
          <a:bodyPr anchor="t" rtlCol="false" tIns="0" lIns="0" bIns="0" rIns="0">
            <a:spAutoFit/>
          </a:bodyPr>
          <a:lstStyle/>
          <a:p>
            <a:pPr algn="ctr" marL="0" indent="0" lvl="0">
              <a:lnSpc>
                <a:spcPts val="7679"/>
              </a:lnSpc>
              <a:spcBef>
                <a:spcPct val="0"/>
              </a:spcBef>
            </a:pPr>
            <a:r>
              <a:rPr lang="en-US" sz="6399" u="none">
                <a:solidFill>
                  <a:srgbClr val="C4791C"/>
                </a:solidFill>
                <a:latin typeface="Cagliostro"/>
              </a:rPr>
              <a:t>3 out of 6</a:t>
            </a:r>
          </a:p>
        </p:txBody>
      </p:sp>
      <p:sp>
        <p:nvSpPr>
          <p:cNvPr name="TextBox 15" id="15"/>
          <p:cNvSpPr txBox="true"/>
          <p:nvPr/>
        </p:nvSpPr>
        <p:spPr>
          <a:xfrm rot="0">
            <a:off x="10175680" y="6094785"/>
            <a:ext cx="5698402" cy="971517"/>
          </a:xfrm>
          <a:prstGeom prst="rect">
            <a:avLst/>
          </a:prstGeom>
        </p:spPr>
        <p:txBody>
          <a:bodyPr anchor="t" rtlCol="false" tIns="0" lIns="0" bIns="0" rIns="0">
            <a:spAutoFit/>
          </a:bodyPr>
          <a:lstStyle/>
          <a:p>
            <a:pPr algn="ctr" marL="0" indent="0" lvl="0">
              <a:lnSpc>
                <a:spcPts val="7679"/>
              </a:lnSpc>
              <a:spcBef>
                <a:spcPct val="0"/>
              </a:spcBef>
            </a:pPr>
            <a:r>
              <a:rPr lang="en-US" sz="6399" u="none">
                <a:solidFill>
                  <a:srgbClr val="C4791C"/>
                </a:solidFill>
                <a:latin typeface="Cagliostro Bold"/>
              </a:rPr>
              <a:t>5 out of 6</a:t>
            </a:r>
          </a:p>
        </p:txBody>
      </p:sp>
      <p:sp>
        <p:nvSpPr>
          <p:cNvPr name="TextBox 16" id="16"/>
          <p:cNvSpPr txBox="true"/>
          <p:nvPr/>
        </p:nvSpPr>
        <p:spPr>
          <a:xfrm rot="0">
            <a:off x="2413917" y="7603395"/>
            <a:ext cx="5698402" cy="1057077"/>
          </a:xfrm>
          <a:prstGeom prst="rect">
            <a:avLst/>
          </a:prstGeom>
        </p:spPr>
        <p:txBody>
          <a:bodyPr anchor="t" rtlCol="false" tIns="0" lIns="0" bIns="0" rIns="0">
            <a:spAutoFit/>
          </a:bodyPr>
          <a:lstStyle/>
          <a:p>
            <a:pPr algn="ctr" marL="0" indent="0" lvl="0">
              <a:lnSpc>
                <a:spcPts val="4200"/>
              </a:lnSpc>
              <a:spcBef>
                <a:spcPct val="0"/>
              </a:spcBef>
            </a:pPr>
            <a:r>
              <a:rPr lang="en-US" sz="3000" u="none">
                <a:solidFill>
                  <a:srgbClr val="C4791C"/>
                </a:solidFill>
                <a:latin typeface="Cagliostro"/>
              </a:rPr>
              <a:t>Briefly elaborate on what</a:t>
            </a:r>
          </a:p>
          <a:p>
            <a:pPr algn="ctr" marL="0" indent="0" lvl="0">
              <a:lnSpc>
                <a:spcPts val="4200"/>
              </a:lnSpc>
              <a:spcBef>
                <a:spcPct val="0"/>
              </a:spcBef>
            </a:pPr>
            <a:r>
              <a:rPr lang="en-US" sz="3000" u="none">
                <a:solidFill>
                  <a:srgbClr val="C4791C"/>
                </a:solidFill>
                <a:latin typeface="Cagliostro"/>
              </a:rPr>
              <a:t>you want to discuss. </a:t>
            </a:r>
          </a:p>
        </p:txBody>
      </p:sp>
      <p:sp>
        <p:nvSpPr>
          <p:cNvPr name="TextBox 17" id="17"/>
          <p:cNvSpPr txBox="true"/>
          <p:nvPr/>
        </p:nvSpPr>
        <p:spPr>
          <a:xfrm rot="0">
            <a:off x="10175680" y="7603395"/>
            <a:ext cx="5698402" cy="1057077"/>
          </a:xfrm>
          <a:prstGeom prst="rect">
            <a:avLst/>
          </a:prstGeom>
        </p:spPr>
        <p:txBody>
          <a:bodyPr anchor="t" rtlCol="false" tIns="0" lIns="0" bIns="0" rIns="0">
            <a:spAutoFit/>
          </a:bodyPr>
          <a:lstStyle/>
          <a:p>
            <a:pPr algn="ctr" marL="0" indent="0" lvl="0">
              <a:lnSpc>
                <a:spcPts val="4200"/>
              </a:lnSpc>
              <a:spcBef>
                <a:spcPct val="0"/>
              </a:spcBef>
            </a:pPr>
            <a:r>
              <a:rPr lang="en-US" sz="3000" u="none">
                <a:solidFill>
                  <a:srgbClr val="C4791C"/>
                </a:solidFill>
                <a:latin typeface="Cagliostro"/>
              </a:rPr>
              <a:t>Briefly elaborate on what</a:t>
            </a:r>
          </a:p>
          <a:p>
            <a:pPr algn="ctr" marL="0" indent="0" lvl="0">
              <a:lnSpc>
                <a:spcPts val="4200"/>
              </a:lnSpc>
              <a:spcBef>
                <a:spcPct val="0"/>
              </a:spcBef>
            </a:pPr>
            <a:r>
              <a:rPr lang="en-US" sz="3000" u="none">
                <a:solidFill>
                  <a:srgbClr val="C4791C"/>
                </a:solidFill>
                <a:latin typeface="Cagliostro"/>
              </a:rPr>
              <a:t>you want to discuss.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370415" y="1203406"/>
            <a:ext cx="9547170" cy="1956063"/>
            <a:chOff x="0" y="0"/>
            <a:chExt cx="2514481" cy="515177"/>
          </a:xfrm>
        </p:grpSpPr>
        <p:sp>
          <p:nvSpPr>
            <p:cNvPr name="Freeform 4" id="4"/>
            <p:cNvSpPr/>
            <p:nvPr/>
          </p:nvSpPr>
          <p:spPr>
            <a:xfrm flipH="false" flipV="false" rot="0">
              <a:off x="0" y="0"/>
              <a:ext cx="2514481" cy="515177"/>
            </a:xfrm>
            <a:custGeom>
              <a:avLst/>
              <a:gdLst/>
              <a:ahLst/>
              <a:cxnLst/>
              <a:rect r="r" b="b" t="t" l="l"/>
              <a:pathLst>
                <a:path h="515177" w="2514481">
                  <a:moveTo>
                    <a:pt x="2311281" y="0"/>
                  </a:moveTo>
                  <a:cubicBezTo>
                    <a:pt x="2423505" y="0"/>
                    <a:pt x="2514481" y="115326"/>
                    <a:pt x="2514481" y="257588"/>
                  </a:cubicBezTo>
                  <a:cubicBezTo>
                    <a:pt x="2514481" y="399851"/>
                    <a:pt x="2423505" y="515177"/>
                    <a:pt x="2311281"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5" id="5"/>
            <p:cNvSpPr txBox="true"/>
            <p:nvPr/>
          </p:nvSpPr>
          <p:spPr>
            <a:xfrm>
              <a:off x="0" y="-38100"/>
              <a:ext cx="2514481" cy="55327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83756" y="1000125"/>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545324" y="2902133"/>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821179" y="5301861"/>
            <a:ext cx="5922878" cy="3956439"/>
            <a:chOff x="0" y="0"/>
            <a:chExt cx="812800" cy="542944"/>
          </a:xfrm>
        </p:grpSpPr>
        <p:sp>
          <p:nvSpPr>
            <p:cNvPr name="Freeform 10" id="10"/>
            <p:cNvSpPr/>
            <p:nvPr/>
          </p:nvSpPr>
          <p:spPr>
            <a:xfrm flipH="false" flipV="false" rot="0">
              <a:off x="0" y="0"/>
              <a:ext cx="812800" cy="542944"/>
            </a:xfrm>
            <a:custGeom>
              <a:avLst/>
              <a:gdLst/>
              <a:ahLst/>
              <a:cxnLst/>
              <a:rect r="r" b="b" t="t" l="l"/>
              <a:pathLst>
                <a:path h="542944" w="812800">
                  <a:moveTo>
                    <a:pt x="60128" y="0"/>
                  </a:moveTo>
                  <a:lnTo>
                    <a:pt x="752672" y="0"/>
                  </a:lnTo>
                  <a:cubicBezTo>
                    <a:pt x="768619" y="0"/>
                    <a:pt x="783913" y="6335"/>
                    <a:pt x="795189" y="17611"/>
                  </a:cubicBezTo>
                  <a:cubicBezTo>
                    <a:pt x="806465" y="28887"/>
                    <a:pt x="812800" y="44181"/>
                    <a:pt x="812800" y="60128"/>
                  </a:cubicBezTo>
                  <a:lnTo>
                    <a:pt x="812800" y="482817"/>
                  </a:lnTo>
                  <a:cubicBezTo>
                    <a:pt x="812800" y="516024"/>
                    <a:pt x="785880" y="542944"/>
                    <a:pt x="752672" y="542944"/>
                  </a:cubicBezTo>
                  <a:lnTo>
                    <a:pt x="60128" y="542944"/>
                  </a:lnTo>
                  <a:cubicBezTo>
                    <a:pt x="44181" y="542944"/>
                    <a:pt x="28887" y="536610"/>
                    <a:pt x="17611" y="525333"/>
                  </a:cubicBezTo>
                  <a:cubicBezTo>
                    <a:pt x="6335" y="514057"/>
                    <a:pt x="0" y="498764"/>
                    <a:pt x="0" y="482817"/>
                  </a:cubicBezTo>
                  <a:lnTo>
                    <a:pt x="0" y="60128"/>
                  </a:lnTo>
                  <a:cubicBezTo>
                    <a:pt x="0" y="44181"/>
                    <a:pt x="6335" y="28887"/>
                    <a:pt x="17611" y="17611"/>
                  </a:cubicBezTo>
                  <a:cubicBezTo>
                    <a:pt x="28887" y="6335"/>
                    <a:pt x="44181" y="0"/>
                    <a:pt x="60128" y="0"/>
                  </a:cubicBezTo>
                  <a:close/>
                </a:path>
              </a:pathLst>
            </a:custGeom>
            <a:solidFill>
              <a:srgbClr val="DEDD91"/>
            </a:solidFill>
            <a:ln cap="rnd">
              <a:noFill/>
              <a:prstDash val="solid"/>
              <a:round/>
            </a:ln>
          </p:spPr>
        </p:sp>
        <p:sp>
          <p:nvSpPr>
            <p:cNvPr name="TextBox 11" id="11"/>
            <p:cNvSpPr txBox="true"/>
            <p:nvPr/>
          </p:nvSpPr>
          <p:spPr>
            <a:xfrm>
              <a:off x="0" y="-38100"/>
              <a:ext cx="812800" cy="58104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543943" y="5301861"/>
            <a:ext cx="5922878" cy="3956439"/>
            <a:chOff x="0" y="0"/>
            <a:chExt cx="812800" cy="542944"/>
          </a:xfrm>
        </p:grpSpPr>
        <p:sp>
          <p:nvSpPr>
            <p:cNvPr name="Freeform 13" id="13"/>
            <p:cNvSpPr/>
            <p:nvPr/>
          </p:nvSpPr>
          <p:spPr>
            <a:xfrm flipH="false" flipV="false" rot="0">
              <a:off x="0" y="0"/>
              <a:ext cx="812800" cy="542944"/>
            </a:xfrm>
            <a:custGeom>
              <a:avLst/>
              <a:gdLst/>
              <a:ahLst/>
              <a:cxnLst/>
              <a:rect r="r" b="b" t="t" l="l"/>
              <a:pathLst>
                <a:path h="542944" w="812800">
                  <a:moveTo>
                    <a:pt x="60128" y="0"/>
                  </a:moveTo>
                  <a:lnTo>
                    <a:pt x="752672" y="0"/>
                  </a:lnTo>
                  <a:cubicBezTo>
                    <a:pt x="768619" y="0"/>
                    <a:pt x="783913" y="6335"/>
                    <a:pt x="795189" y="17611"/>
                  </a:cubicBezTo>
                  <a:cubicBezTo>
                    <a:pt x="806465" y="28887"/>
                    <a:pt x="812800" y="44181"/>
                    <a:pt x="812800" y="60128"/>
                  </a:cubicBezTo>
                  <a:lnTo>
                    <a:pt x="812800" y="482817"/>
                  </a:lnTo>
                  <a:cubicBezTo>
                    <a:pt x="812800" y="516024"/>
                    <a:pt x="785880" y="542944"/>
                    <a:pt x="752672" y="542944"/>
                  </a:cubicBezTo>
                  <a:lnTo>
                    <a:pt x="60128" y="542944"/>
                  </a:lnTo>
                  <a:cubicBezTo>
                    <a:pt x="44181" y="542944"/>
                    <a:pt x="28887" y="536610"/>
                    <a:pt x="17611" y="525333"/>
                  </a:cubicBezTo>
                  <a:cubicBezTo>
                    <a:pt x="6335" y="514057"/>
                    <a:pt x="0" y="498764"/>
                    <a:pt x="0" y="482817"/>
                  </a:cubicBezTo>
                  <a:lnTo>
                    <a:pt x="0" y="60128"/>
                  </a:lnTo>
                  <a:cubicBezTo>
                    <a:pt x="0" y="44181"/>
                    <a:pt x="6335" y="28887"/>
                    <a:pt x="17611" y="17611"/>
                  </a:cubicBezTo>
                  <a:cubicBezTo>
                    <a:pt x="28887" y="6335"/>
                    <a:pt x="44181" y="0"/>
                    <a:pt x="60128" y="0"/>
                  </a:cubicBezTo>
                  <a:close/>
                </a:path>
              </a:pathLst>
            </a:custGeom>
            <a:solidFill>
              <a:srgbClr val="DEDD91"/>
            </a:solidFill>
            <a:ln cap="rnd">
              <a:noFill/>
              <a:prstDash val="solid"/>
              <a:round/>
            </a:ln>
          </p:spPr>
        </p:sp>
        <p:sp>
          <p:nvSpPr>
            <p:cNvPr name="TextBox 14" id="14"/>
            <p:cNvSpPr txBox="true"/>
            <p:nvPr/>
          </p:nvSpPr>
          <p:spPr>
            <a:xfrm>
              <a:off x="0" y="-38100"/>
              <a:ext cx="812800" cy="58104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543943" y="3654356"/>
            <a:ext cx="5922878" cy="1489144"/>
            <a:chOff x="0" y="0"/>
            <a:chExt cx="812800" cy="204356"/>
          </a:xfrm>
        </p:grpSpPr>
        <p:sp>
          <p:nvSpPr>
            <p:cNvPr name="Freeform 16" id="16"/>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17" id="17"/>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821179" y="3654356"/>
            <a:ext cx="5922878" cy="1489144"/>
            <a:chOff x="0" y="0"/>
            <a:chExt cx="812800" cy="204356"/>
          </a:xfrm>
        </p:grpSpPr>
        <p:sp>
          <p:nvSpPr>
            <p:cNvPr name="Freeform 19" id="19"/>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20" id="20"/>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2617807" y="6023198"/>
            <a:ext cx="463896" cy="463896"/>
          </a:xfrm>
          <a:custGeom>
            <a:avLst/>
            <a:gdLst/>
            <a:ahLst/>
            <a:cxnLst/>
            <a:rect r="r" b="b" t="t" l="l"/>
            <a:pathLst>
              <a:path h="463896" w="463896">
                <a:moveTo>
                  <a:pt x="0" y="0"/>
                </a:moveTo>
                <a:lnTo>
                  <a:pt x="463895" y="0"/>
                </a:lnTo>
                <a:lnTo>
                  <a:pt x="463895"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225348" y="8025863"/>
            <a:ext cx="463896" cy="463896"/>
          </a:xfrm>
          <a:custGeom>
            <a:avLst/>
            <a:gdLst/>
            <a:ahLst/>
            <a:cxnLst/>
            <a:rect r="r" b="b" t="t" l="l"/>
            <a:pathLst>
              <a:path h="463896" w="463896">
                <a:moveTo>
                  <a:pt x="0" y="0"/>
                </a:moveTo>
                <a:lnTo>
                  <a:pt x="463895" y="0"/>
                </a:lnTo>
                <a:lnTo>
                  <a:pt x="463895" y="463895"/>
                </a:lnTo>
                <a:lnTo>
                  <a:pt x="0" y="463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746958" y="7363394"/>
            <a:ext cx="5229944" cy="2923606"/>
          </a:xfrm>
          <a:custGeom>
            <a:avLst/>
            <a:gdLst/>
            <a:ahLst/>
            <a:cxnLst/>
            <a:rect r="r" b="b" t="t" l="l"/>
            <a:pathLst>
              <a:path h="2923606" w="5229944">
                <a:moveTo>
                  <a:pt x="0" y="0"/>
                </a:moveTo>
                <a:lnTo>
                  <a:pt x="5229944" y="0"/>
                </a:lnTo>
                <a:lnTo>
                  <a:pt x="5229944" y="2923606"/>
                </a:lnTo>
                <a:lnTo>
                  <a:pt x="0" y="29236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14689152" y="694509"/>
            <a:ext cx="3598848" cy="2215761"/>
          </a:xfrm>
          <a:custGeom>
            <a:avLst/>
            <a:gdLst/>
            <a:ahLst/>
            <a:cxnLst/>
            <a:rect r="r" b="b" t="t" l="l"/>
            <a:pathLst>
              <a:path h="2215761" w="3598848">
                <a:moveTo>
                  <a:pt x="0" y="0"/>
                </a:moveTo>
                <a:lnTo>
                  <a:pt x="3598848" y="0"/>
                </a:lnTo>
                <a:lnTo>
                  <a:pt x="3598848" y="2215761"/>
                </a:lnTo>
                <a:lnTo>
                  <a:pt x="0" y="22157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3899202" y="1610041"/>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framework</a:t>
            </a:r>
          </a:p>
        </p:txBody>
      </p:sp>
      <p:sp>
        <p:nvSpPr>
          <p:cNvPr name="TextBox 26" id="26"/>
          <p:cNvSpPr txBox="true"/>
          <p:nvPr/>
        </p:nvSpPr>
        <p:spPr>
          <a:xfrm rot="0">
            <a:off x="3201026" y="5956523"/>
            <a:ext cx="5163184" cy="2656979"/>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27" id="27"/>
          <p:cNvSpPr txBox="true"/>
          <p:nvPr/>
        </p:nvSpPr>
        <p:spPr>
          <a:xfrm rot="0">
            <a:off x="9923790" y="5918254"/>
            <a:ext cx="5163184" cy="2656979"/>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28" id="28"/>
          <p:cNvSpPr txBox="true"/>
          <p:nvPr/>
        </p:nvSpPr>
        <p:spPr>
          <a:xfrm rot="0">
            <a:off x="3201026" y="4064207"/>
            <a:ext cx="5163184" cy="679384"/>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Overview</a:t>
            </a:r>
          </a:p>
        </p:txBody>
      </p:sp>
      <p:sp>
        <p:nvSpPr>
          <p:cNvPr name="TextBox 29" id="29"/>
          <p:cNvSpPr txBox="true"/>
          <p:nvPr/>
        </p:nvSpPr>
        <p:spPr>
          <a:xfrm rot="0">
            <a:off x="9543943" y="4064207"/>
            <a:ext cx="5922878" cy="679384"/>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Proponents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227343" y="4030467"/>
            <a:ext cx="3833315" cy="4114800"/>
          </a:xfrm>
          <a:custGeom>
            <a:avLst/>
            <a:gdLst/>
            <a:ahLst/>
            <a:cxnLst/>
            <a:rect r="r" b="b" t="t" l="l"/>
            <a:pathLst>
              <a:path h="4114800" w="3833315">
                <a:moveTo>
                  <a:pt x="0" y="0"/>
                </a:moveTo>
                <a:lnTo>
                  <a:pt x="3833314" y="0"/>
                </a:lnTo>
                <a:lnTo>
                  <a:pt x="38333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899202" y="1610041"/>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Methodology</a:t>
            </a:r>
          </a:p>
        </p:txBody>
      </p:sp>
      <p:grpSp>
        <p:nvGrpSpPr>
          <p:cNvPr name="Group 6" id="6"/>
          <p:cNvGrpSpPr/>
          <p:nvPr/>
        </p:nvGrpSpPr>
        <p:grpSpPr>
          <a:xfrm rot="0">
            <a:off x="3341457" y="1203406"/>
            <a:ext cx="11605086" cy="1956063"/>
            <a:chOff x="0" y="0"/>
            <a:chExt cx="3056484" cy="515177"/>
          </a:xfrm>
        </p:grpSpPr>
        <p:sp>
          <p:nvSpPr>
            <p:cNvPr name="Freeform 7" id="7"/>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8" id="8"/>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773852" y="4895538"/>
            <a:ext cx="5186790" cy="1057077"/>
          </a:xfrm>
          <a:prstGeom prst="rect">
            <a:avLst/>
          </a:prstGeom>
        </p:spPr>
        <p:txBody>
          <a:bodyPr anchor="t" rtlCol="false" tIns="0" lIns="0" bIns="0" rIns="0">
            <a:spAutoFit/>
          </a:bodyPr>
          <a:lstStyle/>
          <a:p>
            <a:pPr algn="r">
              <a:lnSpc>
                <a:spcPts val="4200"/>
              </a:lnSpc>
            </a:pPr>
            <a:r>
              <a:rPr lang="en-US" sz="3000">
                <a:solidFill>
                  <a:srgbClr val="C4791C"/>
                </a:solidFill>
                <a:latin typeface="Cagliostro"/>
              </a:rPr>
              <a:t>Lorem ipsum dolor sit amet, consectetur adipiscing elit. </a:t>
            </a:r>
          </a:p>
        </p:txBody>
      </p:sp>
      <p:sp>
        <p:nvSpPr>
          <p:cNvPr name="TextBox 12" id="12"/>
          <p:cNvSpPr txBox="true"/>
          <p:nvPr/>
        </p:nvSpPr>
        <p:spPr>
          <a:xfrm rot="0">
            <a:off x="1773852" y="4277236"/>
            <a:ext cx="5186790" cy="587375"/>
          </a:xfrm>
          <a:prstGeom prst="rect">
            <a:avLst/>
          </a:prstGeom>
        </p:spPr>
        <p:txBody>
          <a:bodyPr anchor="t" rtlCol="false" tIns="0" lIns="0" bIns="0" rIns="0">
            <a:spAutoFit/>
          </a:bodyPr>
          <a:lstStyle/>
          <a:p>
            <a:pPr algn="r">
              <a:lnSpc>
                <a:spcPts val="4899"/>
              </a:lnSpc>
            </a:pPr>
            <a:r>
              <a:rPr lang="en-US" sz="3499">
                <a:solidFill>
                  <a:srgbClr val="797A1D"/>
                </a:solidFill>
                <a:latin typeface="Cinzel Decorative Bold"/>
              </a:rPr>
              <a:t>Method 1</a:t>
            </a:r>
          </a:p>
        </p:txBody>
      </p:sp>
      <p:sp>
        <p:nvSpPr>
          <p:cNvPr name="TextBox 13" id="13"/>
          <p:cNvSpPr txBox="true"/>
          <p:nvPr/>
        </p:nvSpPr>
        <p:spPr>
          <a:xfrm rot="0">
            <a:off x="1777020" y="8201223"/>
            <a:ext cx="5186790" cy="1057077"/>
          </a:xfrm>
          <a:prstGeom prst="rect">
            <a:avLst/>
          </a:prstGeom>
        </p:spPr>
        <p:txBody>
          <a:bodyPr anchor="t" rtlCol="false" tIns="0" lIns="0" bIns="0" rIns="0">
            <a:spAutoFit/>
          </a:bodyPr>
          <a:lstStyle/>
          <a:p>
            <a:pPr algn="r">
              <a:lnSpc>
                <a:spcPts val="4200"/>
              </a:lnSpc>
            </a:pPr>
            <a:r>
              <a:rPr lang="en-US" sz="3000">
                <a:solidFill>
                  <a:srgbClr val="C4791C"/>
                </a:solidFill>
                <a:latin typeface="Cagliostro"/>
              </a:rPr>
              <a:t>Lorem ipsum dolor sit amet, consectetur adipiscing elit. </a:t>
            </a:r>
          </a:p>
        </p:txBody>
      </p:sp>
      <p:sp>
        <p:nvSpPr>
          <p:cNvPr name="TextBox 14" id="14"/>
          <p:cNvSpPr txBox="true"/>
          <p:nvPr/>
        </p:nvSpPr>
        <p:spPr>
          <a:xfrm rot="0">
            <a:off x="1777020" y="7585273"/>
            <a:ext cx="5186790" cy="587375"/>
          </a:xfrm>
          <a:prstGeom prst="rect">
            <a:avLst/>
          </a:prstGeom>
        </p:spPr>
        <p:txBody>
          <a:bodyPr anchor="t" rtlCol="false" tIns="0" lIns="0" bIns="0" rIns="0">
            <a:spAutoFit/>
          </a:bodyPr>
          <a:lstStyle/>
          <a:p>
            <a:pPr algn="r">
              <a:lnSpc>
                <a:spcPts val="4899"/>
              </a:lnSpc>
            </a:pPr>
            <a:r>
              <a:rPr lang="en-US" sz="3499">
                <a:solidFill>
                  <a:srgbClr val="797A1D"/>
                </a:solidFill>
                <a:latin typeface="Cinzel Decorative Bold"/>
              </a:rPr>
              <a:t>Method 3</a:t>
            </a:r>
          </a:p>
        </p:txBody>
      </p:sp>
      <p:sp>
        <p:nvSpPr>
          <p:cNvPr name="TextBox 15" id="15"/>
          <p:cNvSpPr txBox="true"/>
          <p:nvPr/>
        </p:nvSpPr>
        <p:spPr>
          <a:xfrm rot="0">
            <a:off x="11327357" y="4343187"/>
            <a:ext cx="5186790" cy="2123678"/>
          </a:xfrm>
          <a:prstGeom prst="rect">
            <a:avLst/>
          </a:prstGeom>
        </p:spPr>
        <p:txBody>
          <a:bodyPr anchor="t" rtlCol="false" tIns="0" lIns="0" bIns="0" rIns="0">
            <a:spAutoFit/>
          </a:bodyPr>
          <a:lstStyle/>
          <a:p>
            <a:pPr>
              <a:lnSpc>
                <a:spcPts val="4200"/>
              </a:lnSpc>
            </a:pPr>
            <a:r>
              <a:rPr lang="en-US" sz="3000">
                <a:solidFill>
                  <a:srgbClr val="C4791C"/>
                </a:solidFill>
                <a:latin typeface="Cagliostro"/>
              </a:rPr>
              <a:t>Lorem ipsum dolor sit amet, consectetur adipiscing elit. Praesent rutrum maximus mauris sed sodales. </a:t>
            </a:r>
          </a:p>
        </p:txBody>
      </p:sp>
      <p:sp>
        <p:nvSpPr>
          <p:cNvPr name="TextBox 16" id="16"/>
          <p:cNvSpPr txBox="true"/>
          <p:nvPr/>
        </p:nvSpPr>
        <p:spPr>
          <a:xfrm rot="0">
            <a:off x="11327357" y="3724885"/>
            <a:ext cx="5186790" cy="587375"/>
          </a:xfrm>
          <a:prstGeom prst="rect">
            <a:avLst/>
          </a:prstGeom>
        </p:spPr>
        <p:txBody>
          <a:bodyPr anchor="t" rtlCol="false" tIns="0" lIns="0" bIns="0" rIns="0">
            <a:spAutoFit/>
          </a:bodyPr>
          <a:lstStyle/>
          <a:p>
            <a:pPr algn="just">
              <a:lnSpc>
                <a:spcPts val="4899"/>
              </a:lnSpc>
            </a:pPr>
            <a:r>
              <a:rPr lang="en-US" sz="3499">
                <a:solidFill>
                  <a:srgbClr val="797A1D"/>
                </a:solidFill>
                <a:latin typeface="Cinzel Decorative Bold"/>
              </a:rPr>
              <a:t>Method 2</a:t>
            </a:r>
          </a:p>
        </p:txBody>
      </p:sp>
      <p:sp>
        <p:nvSpPr>
          <p:cNvPr name="TextBox 17" id="17"/>
          <p:cNvSpPr txBox="true"/>
          <p:nvPr/>
        </p:nvSpPr>
        <p:spPr>
          <a:xfrm rot="0">
            <a:off x="11327357" y="8201223"/>
            <a:ext cx="5186790" cy="1057077"/>
          </a:xfrm>
          <a:prstGeom prst="rect">
            <a:avLst/>
          </a:prstGeom>
        </p:spPr>
        <p:txBody>
          <a:bodyPr anchor="t" rtlCol="false" tIns="0" lIns="0" bIns="0" rIns="0">
            <a:spAutoFit/>
          </a:bodyPr>
          <a:lstStyle/>
          <a:p>
            <a:pPr>
              <a:lnSpc>
                <a:spcPts val="4200"/>
              </a:lnSpc>
            </a:pPr>
            <a:r>
              <a:rPr lang="en-US" sz="3000">
                <a:solidFill>
                  <a:srgbClr val="C4791C"/>
                </a:solidFill>
                <a:latin typeface="Cagliostro"/>
              </a:rPr>
              <a:t>Lorem ipsum dolor sit amet, consectetur adipiscing elit. </a:t>
            </a:r>
          </a:p>
        </p:txBody>
      </p:sp>
      <p:sp>
        <p:nvSpPr>
          <p:cNvPr name="TextBox 18" id="18"/>
          <p:cNvSpPr txBox="true"/>
          <p:nvPr/>
        </p:nvSpPr>
        <p:spPr>
          <a:xfrm rot="0">
            <a:off x="11327357" y="7585273"/>
            <a:ext cx="5186790" cy="587375"/>
          </a:xfrm>
          <a:prstGeom prst="rect">
            <a:avLst/>
          </a:prstGeom>
        </p:spPr>
        <p:txBody>
          <a:bodyPr anchor="t" rtlCol="false" tIns="0" lIns="0" bIns="0" rIns="0">
            <a:spAutoFit/>
          </a:bodyPr>
          <a:lstStyle/>
          <a:p>
            <a:pPr algn="just">
              <a:lnSpc>
                <a:spcPts val="4899"/>
              </a:lnSpc>
            </a:pPr>
            <a:r>
              <a:rPr lang="en-US" sz="3499">
                <a:solidFill>
                  <a:srgbClr val="797A1D"/>
                </a:solidFill>
                <a:latin typeface="Cinzel Decorative Bold"/>
              </a:rPr>
              <a:t>Method 4</a:t>
            </a:r>
          </a:p>
        </p:txBody>
      </p:sp>
      <p:sp>
        <p:nvSpPr>
          <p:cNvPr name="Freeform 19" id="19"/>
          <p:cNvSpPr/>
          <p:nvPr/>
        </p:nvSpPr>
        <p:spPr>
          <a:xfrm flipH="false" flipV="false" rot="1507693">
            <a:off x="-93660" y="7083960"/>
            <a:ext cx="1763524" cy="3657582"/>
          </a:xfrm>
          <a:custGeom>
            <a:avLst/>
            <a:gdLst/>
            <a:ahLst/>
            <a:cxnLst/>
            <a:rect r="r" b="b" t="t" l="l"/>
            <a:pathLst>
              <a:path h="3657582" w="1763524">
                <a:moveTo>
                  <a:pt x="0" y="0"/>
                </a:moveTo>
                <a:lnTo>
                  <a:pt x="1763524" y="0"/>
                </a:lnTo>
                <a:lnTo>
                  <a:pt x="1763524" y="3657582"/>
                </a:lnTo>
                <a:lnTo>
                  <a:pt x="0" y="36575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true" flipV="false" rot="-1610125">
            <a:off x="16715378" y="324072"/>
            <a:ext cx="1763524" cy="3657582"/>
          </a:xfrm>
          <a:custGeom>
            <a:avLst/>
            <a:gdLst/>
            <a:ahLst/>
            <a:cxnLst/>
            <a:rect r="r" b="b" t="t" l="l"/>
            <a:pathLst>
              <a:path h="3657582" w="1763524">
                <a:moveTo>
                  <a:pt x="1763525" y="0"/>
                </a:moveTo>
                <a:lnTo>
                  <a:pt x="0" y="0"/>
                </a:lnTo>
                <a:lnTo>
                  <a:pt x="0" y="3657581"/>
                </a:lnTo>
                <a:lnTo>
                  <a:pt x="1763525" y="3657581"/>
                </a:lnTo>
                <a:lnTo>
                  <a:pt x="176352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370415" y="1203406"/>
            <a:ext cx="9547170" cy="1956063"/>
            <a:chOff x="0" y="0"/>
            <a:chExt cx="2514481" cy="515177"/>
          </a:xfrm>
        </p:grpSpPr>
        <p:sp>
          <p:nvSpPr>
            <p:cNvPr name="Freeform 4" id="4"/>
            <p:cNvSpPr/>
            <p:nvPr/>
          </p:nvSpPr>
          <p:spPr>
            <a:xfrm flipH="false" flipV="false" rot="0">
              <a:off x="0" y="0"/>
              <a:ext cx="2514481" cy="515177"/>
            </a:xfrm>
            <a:custGeom>
              <a:avLst/>
              <a:gdLst/>
              <a:ahLst/>
              <a:cxnLst/>
              <a:rect r="r" b="b" t="t" l="l"/>
              <a:pathLst>
                <a:path h="515177" w="2514481">
                  <a:moveTo>
                    <a:pt x="2311281" y="0"/>
                  </a:moveTo>
                  <a:cubicBezTo>
                    <a:pt x="2423505" y="0"/>
                    <a:pt x="2514481" y="115326"/>
                    <a:pt x="2514481" y="257588"/>
                  </a:cubicBezTo>
                  <a:cubicBezTo>
                    <a:pt x="2514481" y="399851"/>
                    <a:pt x="2423505" y="515177"/>
                    <a:pt x="2311281"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5" id="5"/>
            <p:cNvSpPr txBox="true"/>
            <p:nvPr/>
          </p:nvSpPr>
          <p:spPr>
            <a:xfrm>
              <a:off x="0" y="-38100"/>
              <a:ext cx="2514481" cy="55327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383756" y="1000125"/>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545324" y="2902133"/>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9" id="9"/>
          <p:cNvPicPr>
            <a:picLocks noChangeAspect="true"/>
          </p:cNvPicPr>
          <p:nvPr/>
        </p:nvPicPr>
        <p:blipFill>
          <a:blip r:embed="rId6"/>
          <a:stretch>
            <a:fillRect/>
          </a:stretch>
        </p:blipFill>
        <p:spPr>
          <a:xfrm rot="0">
            <a:off x="1386995" y="3212508"/>
            <a:ext cx="7023674" cy="6631164"/>
          </a:xfrm>
          <a:prstGeom prst="rect">
            <a:avLst/>
          </a:prstGeom>
        </p:spPr>
      </p:pic>
      <p:sp>
        <p:nvSpPr>
          <p:cNvPr name="Freeform 10" id="10"/>
          <p:cNvSpPr/>
          <p:nvPr/>
        </p:nvSpPr>
        <p:spPr>
          <a:xfrm flipH="false" flipV="false" rot="0">
            <a:off x="14799686" y="806633"/>
            <a:ext cx="2772456" cy="4114800"/>
          </a:xfrm>
          <a:custGeom>
            <a:avLst/>
            <a:gdLst/>
            <a:ahLst/>
            <a:cxnLst/>
            <a:rect r="r" b="b" t="t" l="l"/>
            <a:pathLst>
              <a:path h="4114800" w="2772456">
                <a:moveTo>
                  <a:pt x="0" y="0"/>
                </a:moveTo>
                <a:lnTo>
                  <a:pt x="2772457" y="0"/>
                </a:lnTo>
                <a:lnTo>
                  <a:pt x="2772457"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1211621">
            <a:off x="-4508401" y="8200764"/>
            <a:ext cx="6314776" cy="3381245"/>
          </a:xfrm>
          <a:custGeom>
            <a:avLst/>
            <a:gdLst/>
            <a:ahLst/>
            <a:cxnLst/>
            <a:rect r="r" b="b" t="t" l="l"/>
            <a:pathLst>
              <a:path h="3381245" w="6314776">
                <a:moveTo>
                  <a:pt x="0" y="0"/>
                </a:moveTo>
                <a:lnTo>
                  <a:pt x="6314776" y="0"/>
                </a:lnTo>
                <a:lnTo>
                  <a:pt x="6314776" y="3381245"/>
                </a:lnTo>
                <a:lnTo>
                  <a:pt x="0" y="33812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3899202" y="1610041"/>
            <a:ext cx="10489597" cy="1253993"/>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Results</a:t>
            </a:r>
          </a:p>
        </p:txBody>
      </p:sp>
      <p:sp>
        <p:nvSpPr>
          <p:cNvPr name="TextBox 13" id="13"/>
          <p:cNvSpPr txBox="true"/>
          <p:nvPr/>
        </p:nvSpPr>
        <p:spPr>
          <a:xfrm rot="0">
            <a:off x="8581598" y="5754243"/>
            <a:ext cx="7604317" cy="2656979"/>
          </a:xfrm>
          <a:prstGeom prst="rect">
            <a:avLst/>
          </a:prstGeom>
        </p:spPr>
        <p:txBody>
          <a:bodyPr anchor="t" rtlCol="false" tIns="0" lIns="0" bIns="0" rIns="0">
            <a:spAutoFit/>
          </a:bodyPr>
          <a:lstStyle/>
          <a:p>
            <a:pPr marL="647700" indent="-323850" lvl="1">
              <a:lnSpc>
                <a:spcPts val="4200"/>
              </a:lnSpc>
              <a:buFont typeface="Arial"/>
              <a:buChar char="•"/>
            </a:pPr>
            <a:r>
              <a:rPr lang="en-US" sz="3000">
                <a:solidFill>
                  <a:srgbClr val="C4791C"/>
                </a:solidFill>
                <a:latin typeface="Cagliostro"/>
              </a:rPr>
              <a:t>Elaborate on what you want to discuss.</a:t>
            </a:r>
          </a:p>
          <a:p>
            <a:pPr marL="647700" indent="-323850" lvl="1">
              <a:lnSpc>
                <a:spcPts val="4200"/>
              </a:lnSpc>
              <a:buFont typeface="Arial"/>
              <a:buChar char="•"/>
            </a:pPr>
            <a:r>
              <a:rPr lang="en-US" sz="3000">
                <a:solidFill>
                  <a:srgbClr val="C4791C"/>
                </a:solidFill>
                <a:latin typeface="Cagliostro"/>
              </a:rPr>
              <a:t>Elaborate on what you want to discuss.</a:t>
            </a:r>
          </a:p>
          <a:p>
            <a:pPr marL="647700" indent="-323850" lvl="1">
              <a:lnSpc>
                <a:spcPts val="4200"/>
              </a:lnSpc>
              <a:buFont typeface="Arial"/>
              <a:buChar char="•"/>
            </a:pPr>
            <a:r>
              <a:rPr lang="en-US" sz="3000">
                <a:solidFill>
                  <a:srgbClr val="C4791C"/>
                </a:solidFill>
                <a:latin typeface="Cagliostro"/>
              </a:rPr>
              <a:t>Elaborate on what you want to discuss.</a:t>
            </a:r>
          </a:p>
          <a:p>
            <a:pPr marL="647700" indent="-323850" lvl="1">
              <a:lnSpc>
                <a:spcPts val="4200"/>
              </a:lnSpc>
              <a:buFont typeface="Arial"/>
              <a:buChar char="•"/>
            </a:pPr>
            <a:r>
              <a:rPr lang="en-US" sz="3000">
                <a:solidFill>
                  <a:srgbClr val="C4791C"/>
                </a:solidFill>
                <a:latin typeface="Cagliostro"/>
              </a:rPr>
              <a:t>Elaborate on what you want to discuss.</a:t>
            </a:r>
          </a:p>
          <a:p>
            <a:pPr marL="647700" indent="-323850" lvl="1">
              <a:lnSpc>
                <a:spcPts val="4200"/>
              </a:lnSpc>
              <a:buFont typeface="Arial"/>
              <a:buChar char="•"/>
            </a:pPr>
            <a:r>
              <a:rPr lang="en-US" sz="3000">
                <a:solidFill>
                  <a:srgbClr val="C4791C"/>
                </a:solidFill>
                <a:latin typeface="Cagliostro"/>
              </a:rPr>
              <a:t>Elaborate on what you want to discuss.</a:t>
            </a:r>
          </a:p>
        </p:txBody>
      </p:sp>
      <p:sp>
        <p:nvSpPr>
          <p:cNvPr name="TextBox 14" id="14"/>
          <p:cNvSpPr txBox="true"/>
          <p:nvPr/>
        </p:nvSpPr>
        <p:spPr>
          <a:xfrm rot="0">
            <a:off x="8788955" y="4275306"/>
            <a:ext cx="6709832" cy="1225550"/>
          </a:xfrm>
          <a:prstGeom prst="rect">
            <a:avLst/>
          </a:prstGeom>
        </p:spPr>
        <p:txBody>
          <a:bodyPr anchor="t" rtlCol="false" tIns="0" lIns="0" bIns="0" rIns="0">
            <a:spAutoFit/>
          </a:bodyPr>
          <a:lstStyle/>
          <a:p>
            <a:pPr>
              <a:lnSpc>
                <a:spcPts val="4900"/>
              </a:lnSpc>
            </a:pPr>
            <a:r>
              <a:rPr lang="en-US" sz="3500">
                <a:solidFill>
                  <a:srgbClr val="797A1D"/>
                </a:solidFill>
                <a:latin typeface="Cagliostro"/>
              </a:rPr>
              <a:t>Lorem ipsum dolor sit amet, consectetur adipiscing elit.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17994" y="7497371"/>
            <a:ext cx="1255858" cy="2939242"/>
          </a:xfrm>
          <a:custGeom>
            <a:avLst/>
            <a:gdLst/>
            <a:ahLst/>
            <a:cxnLst/>
            <a:rect r="r" b="b" t="t" l="l"/>
            <a:pathLst>
              <a:path h="2939242" w="1255858">
                <a:moveTo>
                  <a:pt x="0" y="0"/>
                </a:moveTo>
                <a:lnTo>
                  <a:pt x="1255858" y="0"/>
                </a:lnTo>
                <a:lnTo>
                  <a:pt x="1255858" y="2939242"/>
                </a:lnTo>
                <a:lnTo>
                  <a:pt x="0" y="29392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341457" y="1203406"/>
            <a:ext cx="11605086" cy="1956063"/>
            <a:chOff x="0" y="0"/>
            <a:chExt cx="3056484" cy="515177"/>
          </a:xfrm>
        </p:grpSpPr>
        <p:sp>
          <p:nvSpPr>
            <p:cNvPr name="Freeform 6" id="6"/>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7" id="7"/>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3899202" y="1610041"/>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Conclusion</a:t>
            </a:r>
          </a:p>
        </p:txBody>
      </p:sp>
      <p:sp>
        <p:nvSpPr>
          <p:cNvPr name="Freeform 9" id="9"/>
          <p:cNvSpPr/>
          <p:nvPr/>
        </p:nvSpPr>
        <p:spPr>
          <a:xfrm flipH="true" flipV="true" rot="0">
            <a:off x="16455723" y="-75209"/>
            <a:ext cx="1255858" cy="2939242"/>
          </a:xfrm>
          <a:custGeom>
            <a:avLst/>
            <a:gdLst/>
            <a:ahLst/>
            <a:cxnLst/>
            <a:rect r="r" b="b" t="t" l="l"/>
            <a:pathLst>
              <a:path h="2939242" w="1255858">
                <a:moveTo>
                  <a:pt x="1255858" y="2939242"/>
                </a:moveTo>
                <a:lnTo>
                  <a:pt x="0" y="2939242"/>
                </a:lnTo>
                <a:lnTo>
                  <a:pt x="0" y="0"/>
                </a:lnTo>
                <a:lnTo>
                  <a:pt x="1255858" y="0"/>
                </a:lnTo>
                <a:lnTo>
                  <a:pt x="1255858" y="293924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821179" y="5301861"/>
            <a:ext cx="5922878" cy="3956439"/>
            <a:chOff x="0" y="0"/>
            <a:chExt cx="812800" cy="542944"/>
          </a:xfrm>
        </p:grpSpPr>
        <p:sp>
          <p:nvSpPr>
            <p:cNvPr name="Freeform 13" id="13"/>
            <p:cNvSpPr/>
            <p:nvPr/>
          </p:nvSpPr>
          <p:spPr>
            <a:xfrm flipH="false" flipV="false" rot="0">
              <a:off x="0" y="0"/>
              <a:ext cx="812800" cy="542944"/>
            </a:xfrm>
            <a:custGeom>
              <a:avLst/>
              <a:gdLst/>
              <a:ahLst/>
              <a:cxnLst/>
              <a:rect r="r" b="b" t="t" l="l"/>
              <a:pathLst>
                <a:path h="542944" w="812800">
                  <a:moveTo>
                    <a:pt x="60128" y="0"/>
                  </a:moveTo>
                  <a:lnTo>
                    <a:pt x="752672" y="0"/>
                  </a:lnTo>
                  <a:cubicBezTo>
                    <a:pt x="768619" y="0"/>
                    <a:pt x="783913" y="6335"/>
                    <a:pt x="795189" y="17611"/>
                  </a:cubicBezTo>
                  <a:cubicBezTo>
                    <a:pt x="806465" y="28887"/>
                    <a:pt x="812800" y="44181"/>
                    <a:pt x="812800" y="60128"/>
                  </a:cubicBezTo>
                  <a:lnTo>
                    <a:pt x="812800" y="482817"/>
                  </a:lnTo>
                  <a:cubicBezTo>
                    <a:pt x="812800" y="516024"/>
                    <a:pt x="785880" y="542944"/>
                    <a:pt x="752672" y="542944"/>
                  </a:cubicBezTo>
                  <a:lnTo>
                    <a:pt x="60128" y="542944"/>
                  </a:lnTo>
                  <a:cubicBezTo>
                    <a:pt x="44181" y="542944"/>
                    <a:pt x="28887" y="536610"/>
                    <a:pt x="17611" y="525333"/>
                  </a:cubicBezTo>
                  <a:cubicBezTo>
                    <a:pt x="6335" y="514057"/>
                    <a:pt x="0" y="498764"/>
                    <a:pt x="0" y="482817"/>
                  </a:cubicBezTo>
                  <a:lnTo>
                    <a:pt x="0" y="60128"/>
                  </a:lnTo>
                  <a:cubicBezTo>
                    <a:pt x="0" y="44181"/>
                    <a:pt x="6335" y="28887"/>
                    <a:pt x="17611" y="17611"/>
                  </a:cubicBezTo>
                  <a:cubicBezTo>
                    <a:pt x="28887" y="6335"/>
                    <a:pt x="44181" y="0"/>
                    <a:pt x="60128" y="0"/>
                  </a:cubicBezTo>
                  <a:close/>
                </a:path>
              </a:pathLst>
            </a:custGeom>
            <a:solidFill>
              <a:srgbClr val="DEDD91"/>
            </a:solidFill>
            <a:ln cap="rnd">
              <a:noFill/>
              <a:prstDash val="solid"/>
              <a:round/>
            </a:ln>
          </p:spPr>
        </p:sp>
        <p:sp>
          <p:nvSpPr>
            <p:cNvPr name="TextBox 14" id="14"/>
            <p:cNvSpPr txBox="true"/>
            <p:nvPr/>
          </p:nvSpPr>
          <p:spPr>
            <a:xfrm>
              <a:off x="0" y="-38100"/>
              <a:ext cx="812800" cy="58104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543943" y="5301861"/>
            <a:ext cx="5922878" cy="3956439"/>
            <a:chOff x="0" y="0"/>
            <a:chExt cx="812800" cy="542944"/>
          </a:xfrm>
        </p:grpSpPr>
        <p:sp>
          <p:nvSpPr>
            <p:cNvPr name="Freeform 16" id="16"/>
            <p:cNvSpPr/>
            <p:nvPr/>
          </p:nvSpPr>
          <p:spPr>
            <a:xfrm flipH="false" flipV="false" rot="0">
              <a:off x="0" y="0"/>
              <a:ext cx="812800" cy="542944"/>
            </a:xfrm>
            <a:custGeom>
              <a:avLst/>
              <a:gdLst/>
              <a:ahLst/>
              <a:cxnLst/>
              <a:rect r="r" b="b" t="t" l="l"/>
              <a:pathLst>
                <a:path h="542944" w="812800">
                  <a:moveTo>
                    <a:pt x="60128" y="0"/>
                  </a:moveTo>
                  <a:lnTo>
                    <a:pt x="752672" y="0"/>
                  </a:lnTo>
                  <a:cubicBezTo>
                    <a:pt x="768619" y="0"/>
                    <a:pt x="783913" y="6335"/>
                    <a:pt x="795189" y="17611"/>
                  </a:cubicBezTo>
                  <a:cubicBezTo>
                    <a:pt x="806465" y="28887"/>
                    <a:pt x="812800" y="44181"/>
                    <a:pt x="812800" y="60128"/>
                  </a:cubicBezTo>
                  <a:lnTo>
                    <a:pt x="812800" y="482817"/>
                  </a:lnTo>
                  <a:cubicBezTo>
                    <a:pt x="812800" y="516024"/>
                    <a:pt x="785880" y="542944"/>
                    <a:pt x="752672" y="542944"/>
                  </a:cubicBezTo>
                  <a:lnTo>
                    <a:pt x="60128" y="542944"/>
                  </a:lnTo>
                  <a:cubicBezTo>
                    <a:pt x="44181" y="542944"/>
                    <a:pt x="28887" y="536610"/>
                    <a:pt x="17611" y="525333"/>
                  </a:cubicBezTo>
                  <a:cubicBezTo>
                    <a:pt x="6335" y="514057"/>
                    <a:pt x="0" y="498764"/>
                    <a:pt x="0" y="482817"/>
                  </a:cubicBezTo>
                  <a:lnTo>
                    <a:pt x="0" y="60128"/>
                  </a:lnTo>
                  <a:cubicBezTo>
                    <a:pt x="0" y="44181"/>
                    <a:pt x="6335" y="28887"/>
                    <a:pt x="17611" y="17611"/>
                  </a:cubicBezTo>
                  <a:cubicBezTo>
                    <a:pt x="28887" y="6335"/>
                    <a:pt x="44181" y="0"/>
                    <a:pt x="60128" y="0"/>
                  </a:cubicBezTo>
                  <a:close/>
                </a:path>
              </a:pathLst>
            </a:custGeom>
            <a:solidFill>
              <a:srgbClr val="DEDD91"/>
            </a:solidFill>
            <a:ln cap="rnd">
              <a:noFill/>
              <a:prstDash val="solid"/>
              <a:round/>
            </a:ln>
          </p:spPr>
        </p:sp>
        <p:sp>
          <p:nvSpPr>
            <p:cNvPr name="TextBox 17" id="17"/>
            <p:cNvSpPr txBox="true"/>
            <p:nvPr/>
          </p:nvSpPr>
          <p:spPr>
            <a:xfrm>
              <a:off x="0" y="-38100"/>
              <a:ext cx="812800" cy="58104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9543943" y="3654356"/>
            <a:ext cx="5922878" cy="1489144"/>
            <a:chOff x="0" y="0"/>
            <a:chExt cx="812800" cy="204356"/>
          </a:xfrm>
        </p:grpSpPr>
        <p:sp>
          <p:nvSpPr>
            <p:cNvPr name="Freeform 19" id="19"/>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20" id="20"/>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821179" y="3654356"/>
            <a:ext cx="5922878" cy="1489144"/>
            <a:chOff x="0" y="0"/>
            <a:chExt cx="812800" cy="204356"/>
          </a:xfrm>
        </p:grpSpPr>
        <p:sp>
          <p:nvSpPr>
            <p:cNvPr name="Freeform 22" id="22"/>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23" id="23"/>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2589232" y="8149607"/>
            <a:ext cx="463896" cy="463896"/>
          </a:xfrm>
          <a:custGeom>
            <a:avLst/>
            <a:gdLst/>
            <a:ahLst/>
            <a:cxnLst/>
            <a:rect r="r" b="b" t="t" l="l"/>
            <a:pathLst>
              <a:path h="463896" w="463896">
                <a:moveTo>
                  <a:pt x="0" y="0"/>
                </a:moveTo>
                <a:lnTo>
                  <a:pt x="463895" y="0"/>
                </a:lnTo>
                <a:lnTo>
                  <a:pt x="463895" y="463895"/>
                </a:lnTo>
                <a:lnTo>
                  <a:pt x="0" y="4638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15234873" y="6023198"/>
            <a:ext cx="463896" cy="463896"/>
          </a:xfrm>
          <a:custGeom>
            <a:avLst/>
            <a:gdLst/>
            <a:ahLst/>
            <a:cxnLst/>
            <a:rect r="r" b="b" t="t" l="l"/>
            <a:pathLst>
              <a:path h="463896" w="463896">
                <a:moveTo>
                  <a:pt x="0" y="0"/>
                </a:moveTo>
                <a:lnTo>
                  <a:pt x="463895" y="0"/>
                </a:lnTo>
                <a:lnTo>
                  <a:pt x="463895"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6" id="26"/>
          <p:cNvSpPr txBox="true"/>
          <p:nvPr/>
        </p:nvSpPr>
        <p:spPr>
          <a:xfrm rot="0">
            <a:off x="3201026" y="5956523"/>
            <a:ext cx="5163184" cy="2656979"/>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27" id="27"/>
          <p:cNvSpPr txBox="true"/>
          <p:nvPr/>
        </p:nvSpPr>
        <p:spPr>
          <a:xfrm rot="0">
            <a:off x="9923790" y="5918254"/>
            <a:ext cx="5163184" cy="2656979"/>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28" id="28"/>
          <p:cNvSpPr txBox="true"/>
          <p:nvPr/>
        </p:nvSpPr>
        <p:spPr>
          <a:xfrm rot="0">
            <a:off x="3201026" y="4064207"/>
            <a:ext cx="5163184" cy="679450"/>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Contribution</a:t>
            </a:r>
          </a:p>
        </p:txBody>
      </p:sp>
      <p:sp>
        <p:nvSpPr>
          <p:cNvPr name="TextBox 29" id="29"/>
          <p:cNvSpPr txBox="true"/>
          <p:nvPr/>
        </p:nvSpPr>
        <p:spPr>
          <a:xfrm rot="0">
            <a:off x="9543943" y="4064207"/>
            <a:ext cx="5922878" cy="679450"/>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Implication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823309" y="1203406"/>
            <a:ext cx="12641382" cy="1956063"/>
            <a:chOff x="0" y="0"/>
            <a:chExt cx="3329417" cy="515177"/>
          </a:xfrm>
        </p:grpSpPr>
        <p:sp>
          <p:nvSpPr>
            <p:cNvPr name="Freeform 5" id="5"/>
            <p:cNvSpPr/>
            <p:nvPr/>
          </p:nvSpPr>
          <p:spPr>
            <a:xfrm flipH="false" flipV="false" rot="0">
              <a:off x="0" y="0"/>
              <a:ext cx="3329417" cy="515177"/>
            </a:xfrm>
            <a:custGeom>
              <a:avLst/>
              <a:gdLst/>
              <a:ahLst/>
              <a:cxnLst/>
              <a:rect r="r" b="b" t="t" l="l"/>
              <a:pathLst>
                <a:path h="515177" w="3329417">
                  <a:moveTo>
                    <a:pt x="3126218" y="0"/>
                  </a:moveTo>
                  <a:cubicBezTo>
                    <a:pt x="3238442" y="0"/>
                    <a:pt x="3329417" y="115326"/>
                    <a:pt x="3329417" y="257588"/>
                  </a:cubicBezTo>
                  <a:cubicBezTo>
                    <a:pt x="3329417" y="399851"/>
                    <a:pt x="3238442" y="515177"/>
                    <a:pt x="3126218"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329417"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936860" y="4352799"/>
            <a:ext cx="15992108" cy="3862593"/>
            <a:chOff x="0" y="0"/>
            <a:chExt cx="21322810" cy="5150124"/>
          </a:xfrm>
        </p:grpSpPr>
        <p:sp>
          <p:nvSpPr>
            <p:cNvPr name="Freeform 10" id="10"/>
            <p:cNvSpPr/>
            <p:nvPr/>
          </p:nvSpPr>
          <p:spPr>
            <a:xfrm flipH="false" flipV="false" rot="0">
              <a:off x="6614652" y="0"/>
              <a:ext cx="1054268" cy="1054268"/>
            </a:xfrm>
            <a:custGeom>
              <a:avLst/>
              <a:gdLst/>
              <a:ahLst/>
              <a:cxnLst/>
              <a:rect r="r" b="b" t="t" l="l"/>
              <a:pathLst>
                <a:path h="1054268" w="1054268">
                  <a:moveTo>
                    <a:pt x="0" y="0"/>
                  </a:moveTo>
                  <a:lnTo>
                    <a:pt x="1054268" y="0"/>
                  </a:lnTo>
                  <a:lnTo>
                    <a:pt x="1054268" y="1054268"/>
                  </a:lnTo>
                  <a:lnTo>
                    <a:pt x="0" y="1054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6614652" y="3035468"/>
              <a:ext cx="1054268" cy="1054268"/>
            </a:xfrm>
            <a:custGeom>
              <a:avLst/>
              <a:gdLst/>
              <a:ahLst/>
              <a:cxnLst/>
              <a:rect r="r" b="b" t="t" l="l"/>
              <a:pathLst>
                <a:path h="1054268" w="1054268">
                  <a:moveTo>
                    <a:pt x="0" y="0"/>
                  </a:moveTo>
                  <a:lnTo>
                    <a:pt x="1054268" y="0"/>
                  </a:lnTo>
                  <a:lnTo>
                    <a:pt x="1054268" y="1054269"/>
                  </a:lnTo>
                  <a:lnTo>
                    <a:pt x="0" y="10542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0" y="190413"/>
              <a:ext cx="5979652" cy="4959711"/>
            </a:xfrm>
            <a:custGeom>
              <a:avLst/>
              <a:gdLst/>
              <a:ahLst/>
              <a:cxnLst/>
              <a:rect r="r" b="b" t="t" l="l"/>
              <a:pathLst>
                <a:path h="4959711" w="5979652">
                  <a:moveTo>
                    <a:pt x="0" y="0"/>
                  </a:moveTo>
                  <a:lnTo>
                    <a:pt x="5979652" y="0"/>
                  </a:lnTo>
                  <a:lnTo>
                    <a:pt x="5979652" y="4959711"/>
                  </a:lnTo>
                  <a:lnTo>
                    <a:pt x="0" y="4959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8304028" y="-66675"/>
              <a:ext cx="13018782" cy="2098675"/>
            </a:xfrm>
            <a:prstGeom prst="rect">
              <a:avLst/>
            </a:prstGeom>
          </p:spPr>
          <p:txBody>
            <a:bodyPr anchor="t" rtlCol="false" tIns="0" lIns="0" bIns="0" rIns="0">
              <a:spAutoFit/>
            </a:bodyPr>
            <a:lstStyle/>
            <a:p>
              <a:pP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sp>
          <p:nvSpPr>
            <p:cNvPr name="TextBox 14" id="14"/>
            <p:cNvSpPr txBox="true"/>
            <p:nvPr/>
          </p:nvSpPr>
          <p:spPr>
            <a:xfrm rot="0">
              <a:off x="8304028" y="2968793"/>
              <a:ext cx="13018782" cy="2098675"/>
            </a:xfrm>
            <a:prstGeom prst="rect">
              <a:avLst/>
            </a:prstGeom>
          </p:spPr>
          <p:txBody>
            <a:bodyPr anchor="t" rtlCol="false" tIns="0" lIns="0" bIns="0" rIns="0">
              <a:spAutoFit/>
            </a:bodyPr>
            <a:lstStyle/>
            <a:p>
              <a:pPr>
                <a:lnSpc>
                  <a:spcPts val="4200"/>
                </a:lnSpc>
              </a:pPr>
              <a:r>
                <a:rPr lang="en-US" sz="3000">
                  <a:solidFill>
                    <a:srgbClr val="797A1D"/>
                  </a:solidFill>
                  <a:latin typeface="Cagliostro"/>
                </a:rPr>
                <a:t>Lorem ipsum dolor sit amet, consectetur adipiscing elit. Praesent rutrum maximus mauris sed sodales. Ut rhoncus lacinia nisi eu tempus. </a:t>
              </a:r>
            </a:p>
          </p:txBody>
        </p:sp>
      </p:grpSp>
      <p:sp>
        <p:nvSpPr>
          <p:cNvPr name="TextBox 15" id="15"/>
          <p:cNvSpPr txBox="true"/>
          <p:nvPr/>
        </p:nvSpPr>
        <p:spPr>
          <a:xfrm rot="0">
            <a:off x="3076022" y="1610041"/>
            <a:ext cx="12135955"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Recommendation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33858" y="-1996974"/>
            <a:ext cx="13620284" cy="13620284"/>
          </a:xfrm>
          <a:custGeom>
            <a:avLst/>
            <a:gdLst/>
            <a:ahLst/>
            <a:cxnLst/>
            <a:rect r="r" b="b" t="t" l="l"/>
            <a:pathLst>
              <a:path h="13620284" w="13620284">
                <a:moveTo>
                  <a:pt x="0" y="0"/>
                </a:moveTo>
                <a:lnTo>
                  <a:pt x="13620284" y="0"/>
                </a:lnTo>
                <a:lnTo>
                  <a:pt x="13620284" y="13620284"/>
                </a:lnTo>
                <a:lnTo>
                  <a:pt x="0" y="13620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517442">
            <a:off x="-120582" y="2075771"/>
            <a:ext cx="2380000" cy="4936162"/>
          </a:xfrm>
          <a:custGeom>
            <a:avLst/>
            <a:gdLst/>
            <a:ahLst/>
            <a:cxnLst/>
            <a:rect r="r" b="b" t="t" l="l"/>
            <a:pathLst>
              <a:path h="4936162" w="2380000">
                <a:moveTo>
                  <a:pt x="0" y="0"/>
                </a:moveTo>
                <a:lnTo>
                  <a:pt x="2379999" y="0"/>
                </a:lnTo>
                <a:lnTo>
                  <a:pt x="2379999" y="4936162"/>
                </a:lnTo>
                <a:lnTo>
                  <a:pt x="0" y="49361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1135818">
            <a:off x="16477957" y="3659792"/>
            <a:ext cx="2404829" cy="4987659"/>
          </a:xfrm>
          <a:custGeom>
            <a:avLst/>
            <a:gdLst/>
            <a:ahLst/>
            <a:cxnLst/>
            <a:rect r="r" b="b" t="t" l="l"/>
            <a:pathLst>
              <a:path h="4987659" w="2404829">
                <a:moveTo>
                  <a:pt x="2404829" y="0"/>
                </a:moveTo>
                <a:lnTo>
                  <a:pt x="0" y="0"/>
                </a:lnTo>
                <a:lnTo>
                  <a:pt x="0" y="4987659"/>
                </a:lnTo>
                <a:lnTo>
                  <a:pt x="2404829" y="4987659"/>
                </a:lnTo>
                <a:lnTo>
                  <a:pt x="24048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020387" y="3347439"/>
            <a:ext cx="10247227" cy="3473450"/>
          </a:xfrm>
          <a:prstGeom prst="rect">
            <a:avLst/>
          </a:prstGeom>
        </p:spPr>
        <p:txBody>
          <a:bodyPr anchor="t" rtlCol="false" tIns="0" lIns="0" bIns="0" rIns="0">
            <a:spAutoFit/>
          </a:bodyPr>
          <a:lstStyle/>
          <a:p>
            <a:pPr algn="ctr">
              <a:lnSpc>
                <a:spcPts val="13750"/>
              </a:lnSpc>
            </a:pPr>
            <a:r>
              <a:rPr lang="en-US" sz="11000" spc="319">
                <a:solidFill>
                  <a:srgbClr val="797A1D"/>
                </a:solidFill>
                <a:latin typeface="Cinzel Decorative Bold"/>
              </a:rPr>
              <a:t>Thank</a:t>
            </a:r>
          </a:p>
          <a:p>
            <a:pPr algn="ctr">
              <a:lnSpc>
                <a:spcPts val="13750"/>
              </a:lnSpc>
            </a:pPr>
            <a:r>
              <a:rPr lang="en-US" sz="11000" spc="319">
                <a:solidFill>
                  <a:srgbClr val="797A1D"/>
                </a:solidFill>
                <a:latin typeface="Cinzel Decorative Bold"/>
              </a:rPr>
              <a:t>You</a:t>
            </a:r>
          </a:p>
        </p:txBody>
      </p:sp>
      <p:sp>
        <p:nvSpPr>
          <p:cNvPr name="AutoShape 7" id="7"/>
          <p:cNvSpPr/>
          <p:nvPr/>
        </p:nvSpPr>
        <p:spPr>
          <a:xfrm flipV="true">
            <a:off x="-4207261" y="7452663"/>
            <a:ext cx="8414522" cy="28575"/>
          </a:xfrm>
          <a:prstGeom prst="line">
            <a:avLst/>
          </a:prstGeom>
          <a:ln cap="rnd" w="28575">
            <a:solidFill>
              <a:srgbClr val="797A1D"/>
            </a:solidFill>
            <a:prstDash val="solid"/>
            <a:headEnd type="none" len="sm" w="sm"/>
            <a:tailEnd type="none" len="sm" w="sm"/>
          </a:ln>
        </p:spPr>
      </p:sp>
      <p:sp>
        <p:nvSpPr>
          <p:cNvPr name="AutoShape 8" id="8"/>
          <p:cNvSpPr/>
          <p:nvPr/>
        </p:nvSpPr>
        <p:spPr>
          <a:xfrm flipV="true">
            <a:off x="13606431" y="2369676"/>
            <a:ext cx="8414522" cy="28575"/>
          </a:xfrm>
          <a:prstGeom prst="line">
            <a:avLst/>
          </a:prstGeom>
          <a:ln cap="rnd" w="28575">
            <a:solidFill>
              <a:srgbClr val="797A1D"/>
            </a:solidFill>
            <a:prstDash val="solid"/>
            <a:headEnd type="none" len="sm" w="sm"/>
            <a:tailEnd type="none" len="sm" w="sm"/>
          </a:ln>
        </p:spPr>
      </p:sp>
      <p:sp>
        <p:nvSpPr>
          <p:cNvPr name="Freeform 9" id="9"/>
          <p:cNvSpPr/>
          <p:nvPr/>
        </p:nvSpPr>
        <p:spPr>
          <a:xfrm flipH="false" flipV="true" rot="5285550">
            <a:off x="1171627" y="8237207"/>
            <a:ext cx="1488728" cy="1407094"/>
          </a:xfrm>
          <a:custGeom>
            <a:avLst/>
            <a:gdLst/>
            <a:ahLst/>
            <a:cxnLst/>
            <a:rect r="r" b="b" t="t" l="l"/>
            <a:pathLst>
              <a:path h="1407094" w="1488728">
                <a:moveTo>
                  <a:pt x="0" y="1407095"/>
                </a:moveTo>
                <a:lnTo>
                  <a:pt x="1488729" y="1407095"/>
                </a:lnTo>
                <a:lnTo>
                  <a:pt x="1488729" y="0"/>
                </a:lnTo>
                <a:lnTo>
                  <a:pt x="0" y="0"/>
                </a:lnTo>
                <a:lnTo>
                  <a:pt x="0" y="140709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5400000">
            <a:off x="15317265" y="729432"/>
            <a:ext cx="1273754" cy="1203908"/>
          </a:xfrm>
          <a:custGeom>
            <a:avLst/>
            <a:gdLst/>
            <a:ahLst/>
            <a:cxnLst/>
            <a:rect r="r" b="b" t="t" l="l"/>
            <a:pathLst>
              <a:path h="1203908" w="1273754">
                <a:moveTo>
                  <a:pt x="0" y="0"/>
                </a:moveTo>
                <a:lnTo>
                  <a:pt x="1273754" y="0"/>
                </a:lnTo>
                <a:lnTo>
                  <a:pt x="1273754" y="1203908"/>
                </a:lnTo>
                <a:lnTo>
                  <a:pt x="0" y="12039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DAGBGGEB7Pc</dc:identifier>
  <dcterms:modified xsi:type="dcterms:W3CDTF">2011-08-01T06:04:30Z</dcterms:modified>
  <cp:revision>1</cp:revision>
  <dc:title>Green Aesthetic Thesis Defense Presentation</dc:title>
</cp:coreProperties>
</file>